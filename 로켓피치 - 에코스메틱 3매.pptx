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3" r:id="rId3"/>
    <p:sldId id="265" r:id="rId4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86E286"/>
    <a:srgbClr val="29A929"/>
    <a:srgbClr val="A5E9A5"/>
    <a:srgbClr val="669900"/>
    <a:srgbClr val="1AF2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>
      <p:cViewPr varScale="1">
        <p:scale>
          <a:sx n="50" d="100"/>
          <a:sy n="50" d="100"/>
        </p:scale>
        <p:origin x="941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86C35BE-92CC-4D24-BD34-04ACEFDF6F20}"/>
              </a:ext>
            </a:extLst>
          </p:cNvPr>
          <p:cNvGrpSpPr/>
          <p:nvPr/>
        </p:nvGrpSpPr>
        <p:grpSpPr>
          <a:xfrm>
            <a:off x="608118" y="2552700"/>
            <a:ext cx="17071764" cy="5638799"/>
            <a:chOff x="1168978" y="2824043"/>
            <a:chExt cx="15899822" cy="4986457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70455" y="3662107"/>
              <a:ext cx="1648193" cy="772708"/>
            </a:xfrm>
            <a:prstGeom prst="rect">
              <a:avLst/>
            </a:prstGeom>
          </p:spPr>
        </p:pic>
        <p:grpSp>
          <p:nvGrpSpPr>
            <p:cNvPr id="974" name="그룹 1002">
              <a:extLst>
                <a:ext uri="{FF2B5EF4-FFF2-40B4-BE49-F238E27FC236}">
                  <a16:creationId xmlns:a16="http://schemas.microsoft.com/office/drawing/2014/main" id="{B2E62000-4F0A-2380-FDE4-0360F7AAC07C}"/>
                </a:ext>
              </a:extLst>
            </p:cNvPr>
            <p:cNvGrpSpPr/>
            <p:nvPr/>
          </p:nvGrpSpPr>
          <p:grpSpPr>
            <a:xfrm>
              <a:off x="1206904" y="3528473"/>
              <a:ext cx="4442234" cy="4282027"/>
              <a:chOff x="1211909" y="3899277"/>
              <a:chExt cx="4442234" cy="4282027"/>
            </a:xfrm>
          </p:grpSpPr>
          <p:pic>
            <p:nvPicPr>
              <p:cNvPr id="975" name="Object 6">
                <a:extLst>
                  <a:ext uri="{FF2B5EF4-FFF2-40B4-BE49-F238E27FC236}">
                    <a16:creationId xmlns:a16="http://schemas.microsoft.com/office/drawing/2014/main" id="{A2772049-3F44-FF09-2235-3570EB5D1B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11909" y="3899277"/>
                <a:ext cx="4442234" cy="4282027"/>
              </a:xfrm>
              <a:prstGeom prst="rect">
                <a:avLst/>
              </a:prstGeom>
            </p:spPr>
          </p:pic>
        </p:grpSp>
        <p:grpSp>
          <p:nvGrpSpPr>
            <p:cNvPr id="976" name="그룹 1003">
              <a:extLst>
                <a:ext uri="{FF2B5EF4-FFF2-40B4-BE49-F238E27FC236}">
                  <a16:creationId xmlns:a16="http://schemas.microsoft.com/office/drawing/2014/main" id="{BCDF69A0-A5CF-F950-9F81-0B68A09ACCB2}"/>
                </a:ext>
              </a:extLst>
            </p:cNvPr>
            <p:cNvGrpSpPr/>
            <p:nvPr/>
          </p:nvGrpSpPr>
          <p:grpSpPr>
            <a:xfrm>
              <a:off x="7079618" y="3528473"/>
              <a:ext cx="4442234" cy="4282027"/>
              <a:chOff x="7084623" y="3899277"/>
              <a:chExt cx="4442234" cy="4282027"/>
            </a:xfrm>
          </p:grpSpPr>
          <p:pic>
            <p:nvPicPr>
              <p:cNvPr id="977" name="Object 9">
                <a:extLst>
                  <a:ext uri="{FF2B5EF4-FFF2-40B4-BE49-F238E27FC236}">
                    <a16:creationId xmlns:a16="http://schemas.microsoft.com/office/drawing/2014/main" id="{48D01CA3-846A-2E7E-DA74-5EBE9FB248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084623" y="3899277"/>
                <a:ext cx="4442234" cy="4282027"/>
              </a:xfrm>
              <a:prstGeom prst="rect">
                <a:avLst/>
              </a:prstGeom>
            </p:spPr>
          </p:pic>
        </p:grpSp>
        <p:grpSp>
          <p:nvGrpSpPr>
            <p:cNvPr id="978" name="그룹 1004">
              <a:extLst>
                <a:ext uri="{FF2B5EF4-FFF2-40B4-BE49-F238E27FC236}">
                  <a16:creationId xmlns:a16="http://schemas.microsoft.com/office/drawing/2014/main" id="{88AC7DA0-645A-B10C-5FE1-3522D458CA4B}"/>
                </a:ext>
              </a:extLst>
            </p:cNvPr>
            <p:cNvGrpSpPr/>
            <p:nvPr/>
          </p:nvGrpSpPr>
          <p:grpSpPr>
            <a:xfrm>
              <a:off x="12626566" y="3528473"/>
              <a:ext cx="4442234" cy="4282027"/>
              <a:chOff x="12631571" y="3899277"/>
              <a:chExt cx="4442234" cy="4282027"/>
            </a:xfrm>
          </p:grpSpPr>
          <p:pic>
            <p:nvPicPr>
              <p:cNvPr id="979" name="Object 12">
                <a:extLst>
                  <a:ext uri="{FF2B5EF4-FFF2-40B4-BE49-F238E27FC236}">
                    <a16:creationId xmlns:a16="http://schemas.microsoft.com/office/drawing/2014/main" id="{7D643BAB-B5AB-9CFD-333D-A42A899879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2631571" y="3899277"/>
                <a:ext cx="4442234" cy="4282027"/>
              </a:xfrm>
              <a:prstGeom prst="rect">
                <a:avLst/>
              </a:prstGeom>
            </p:spPr>
          </p:pic>
        </p:grpSp>
        <p:pic>
          <p:nvPicPr>
            <p:cNvPr id="980" name="Object 14">
              <a:extLst>
                <a:ext uri="{FF2B5EF4-FFF2-40B4-BE49-F238E27FC236}">
                  <a16:creationId xmlns:a16="http://schemas.microsoft.com/office/drawing/2014/main" id="{73C4BFD5-B551-A415-3258-28ED7C793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7683" y="3955075"/>
              <a:ext cx="3656370" cy="1668161"/>
            </a:xfrm>
            <a:prstGeom prst="rect">
              <a:avLst/>
            </a:prstGeom>
          </p:spPr>
        </p:pic>
        <p:pic>
          <p:nvPicPr>
            <p:cNvPr id="981" name="Object 15">
              <a:extLst>
                <a:ext uri="{FF2B5EF4-FFF2-40B4-BE49-F238E27FC236}">
                  <a16:creationId xmlns:a16="http://schemas.microsoft.com/office/drawing/2014/main" id="{4915432E-16CD-552F-A51F-6FB802087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8978" y="2824045"/>
              <a:ext cx="4491393" cy="819479"/>
            </a:xfrm>
            <a:prstGeom prst="rect">
              <a:avLst/>
            </a:prstGeom>
          </p:spPr>
        </p:pic>
        <p:pic>
          <p:nvPicPr>
            <p:cNvPr id="982" name="Object 16">
              <a:extLst>
                <a:ext uri="{FF2B5EF4-FFF2-40B4-BE49-F238E27FC236}">
                  <a16:creationId xmlns:a16="http://schemas.microsoft.com/office/drawing/2014/main" id="{8FF3B442-D71A-CA93-9E1A-FA7B0A3FD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11044" y="2824045"/>
              <a:ext cx="4488127" cy="819479"/>
            </a:xfrm>
            <a:prstGeom prst="rect">
              <a:avLst/>
            </a:prstGeom>
          </p:spPr>
        </p:pic>
        <p:pic>
          <p:nvPicPr>
            <p:cNvPr id="983" name="Object 17">
              <a:extLst>
                <a:ext uri="{FF2B5EF4-FFF2-40B4-BE49-F238E27FC236}">
                  <a16:creationId xmlns:a16="http://schemas.microsoft.com/office/drawing/2014/main" id="{E3C88B67-85CE-1894-F687-0319D7359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779398" y="2824043"/>
              <a:ext cx="3104717" cy="819479"/>
            </a:xfrm>
            <a:prstGeom prst="rect">
              <a:avLst/>
            </a:prstGeom>
          </p:spPr>
        </p:pic>
        <p:pic>
          <p:nvPicPr>
            <p:cNvPr id="984" name="Object 18">
              <a:extLst>
                <a:ext uri="{FF2B5EF4-FFF2-40B4-BE49-F238E27FC236}">
                  <a16:creationId xmlns:a16="http://schemas.microsoft.com/office/drawing/2014/main" id="{67BC00BB-885B-CEB6-DD0D-931F9D389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07682" y="6557749"/>
              <a:ext cx="3931911" cy="454273"/>
            </a:xfrm>
            <a:prstGeom prst="rect">
              <a:avLst/>
            </a:prstGeom>
          </p:spPr>
        </p:pic>
        <p:pic>
          <p:nvPicPr>
            <p:cNvPr id="985" name="Object 19">
              <a:extLst>
                <a:ext uri="{FF2B5EF4-FFF2-40B4-BE49-F238E27FC236}">
                  <a16:creationId xmlns:a16="http://schemas.microsoft.com/office/drawing/2014/main" id="{484381B7-8086-4C82-ECD7-CB6198D43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55491" y="6557747"/>
              <a:ext cx="3278168" cy="691377"/>
            </a:xfrm>
            <a:prstGeom prst="rect">
              <a:avLst/>
            </a:prstGeom>
          </p:spPr>
        </p:pic>
        <p:pic>
          <p:nvPicPr>
            <p:cNvPr id="986" name="Object 20">
              <a:extLst>
                <a:ext uri="{FF2B5EF4-FFF2-40B4-BE49-F238E27FC236}">
                  <a16:creationId xmlns:a16="http://schemas.microsoft.com/office/drawing/2014/main" id="{D2390DB6-3545-1735-8CF8-3CF459D06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86626" y="4188702"/>
              <a:ext cx="3656513" cy="1677379"/>
            </a:xfrm>
            <a:prstGeom prst="rect">
              <a:avLst/>
            </a:prstGeom>
          </p:spPr>
        </p:pic>
        <p:pic>
          <p:nvPicPr>
            <p:cNvPr id="987" name="Object 21">
              <a:extLst>
                <a:ext uri="{FF2B5EF4-FFF2-40B4-BE49-F238E27FC236}">
                  <a16:creationId xmlns:a16="http://schemas.microsoft.com/office/drawing/2014/main" id="{A9D16F6F-7741-DD13-E3FD-BD0637723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680140" y="3974122"/>
              <a:ext cx="3978562" cy="2648448"/>
            </a:xfrm>
            <a:prstGeom prst="rect">
              <a:avLst/>
            </a:prstGeom>
          </p:spPr>
        </p:pic>
        <p:pic>
          <p:nvPicPr>
            <p:cNvPr id="988" name="Object 22">
              <a:extLst>
                <a:ext uri="{FF2B5EF4-FFF2-40B4-BE49-F238E27FC236}">
                  <a16:creationId xmlns:a16="http://schemas.microsoft.com/office/drawing/2014/main" id="{7AE87FB6-0A06-7EAD-226E-40E551820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675367" y="6695442"/>
              <a:ext cx="3370692" cy="7257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1002">
            <a:extLst>
              <a:ext uri="{FF2B5EF4-FFF2-40B4-BE49-F238E27FC236}">
                <a16:creationId xmlns:a16="http://schemas.microsoft.com/office/drawing/2014/main" id="{179F9418-DFE9-4F39-A189-98EC5B912E6C}"/>
              </a:ext>
            </a:extLst>
          </p:cNvPr>
          <p:cNvGrpSpPr/>
          <p:nvPr/>
        </p:nvGrpSpPr>
        <p:grpSpPr>
          <a:xfrm>
            <a:off x="9115214" y="7159248"/>
            <a:ext cx="10144445" cy="2221685"/>
            <a:chOff x="9115214" y="7159248"/>
            <a:chExt cx="10144445" cy="2221685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76740092-912E-4E79-9F1D-BF29D9C65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5214" y="7159248"/>
              <a:ext cx="10144445" cy="2221685"/>
            </a:xfrm>
            <a:prstGeom prst="rect">
              <a:avLst/>
            </a:prstGeom>
          </p:spPr>
        </p:pic>
      </p:grpSp>
      <p:grpSp>
        <p:nvGrpSpPr>
          <p:cNvPr id="8" name="그룹 1003">
            <a:extLst>
              <a:ext uri="{FF2B5EF4-FFF2-40B4-BE49-F238E27FC236}">
                <a16:creationId xmlns:a16="http://schemas.microsoft.com/office/drawing/2014/main" id="{32601B44-E2F5-42FD-A284-AA306DE2AFF4}"/>
              </a:ext>
            </a:extLst>
          </p:cNvPr>
          <p:cNvGrpSpPr/>
          <p:nvPr/>
        </p:nvGrpSpPr>
        <p:grpSpPr>
          <a:xfrm>
            <a:off x="9115214" y="4476279"/>
            <a:ext cx="10144445" cy="2221685"/>
            <a:chOff x="9115214" y="4476279"/>
            <a:chExt cx="10144445" cy="2221685"/>
          </a:xfrm>
        </p:grpSpPr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41C29052-0D19-4452-BAEB-09830DF9D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5214" y="4476279"/>
              <a:ext cx="10144445" cy="2221685"/>
            </a:xfrm>
            <a:prstGeom prst="rect">
              <a:avLst/>
            </a:prstGeom>
          </p:spPr>
        </p:pic>
      </p:grpSp>
      <p:grpSp>
        <p:nvGrpSpPr>
          <p:cNvPr id="10" name="그룹 1004">
            <a:extLst>
              <a:ext uri="{FF2B5EF4-FFF2-40B4-BE49-F238E27FC236}">
                <a16:creationId xmlns:a16="http://schemas.microsoft.com/office/drawing/2014/main" id="{7A2D7181-8393-41B6-820C-AB53EEED79FA}"/>
              </a:ext>
            </a:extLst>
          </p:cNvPr>
          <p:cNvGrpSpPr/>
          <p:nvPr/>
        </p:nvGrpSpPr>
        <p:grpSpPr>
          <a:xfrm>
            <a:off x="284778" y="248873"/>
            <a:ext cx="6849515" cy="9687664"/>
            <a:chOff x="310569" y="299025"/>
            <a:chExt cx="6849515" cy="9687664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46CF8C0C-94D8-4381-BA3D-563626E1A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569" y="299025"/>
              <a:ext cx="6849515" cy="9687664"/>
            </a:xfrm>
            <a:prstGeom prst="rect">
              <a:avLst/>
            </a:prstGeom>
          </p:spPr>
        </p:pic>
      </p:grpSp>
      <p:grpSp>
        <p:nvGrpSpPr>
          <p:cNvPr id="12" name="그룹 1005">
            <a:extLst>
              <a:ext uri="{FF2B5EF4-FFF2-40B4-BE49-F238E27FC236}">
                <a16:creationId xmlns:a16="http://schemas.microsoft.com/office/drawing/2014/main" id="{07B3C5D3-8CFC-46B7-9529-6F6BCD31F4DF}"/>
              </a:ext>
            </a:extLst>
          </p:cNvPr>
          <p:cNvGrpSpPr/>
          <p:nvPr/>
        </p:nvGrpSpPr>
        <p:grpSpPr>
          <a:xfrm>
            <a:off x="7350560" y="4354201"/>
            <a:ext cx="1839916" cy="1577311"/>
            <a:chOff x="7350560" y="4354201"/>
            <a:chExt cx="1839916" cy="1577311"/>
          </a:xfrm>
        </p:grpSpPr>
        <p:pic>
          <p:nvPicPr>
            <p:cNvPr id="13" name="Object 14">
              <a:extLst>
                <a:ext uri="{FF2B5EF4-FFF2-40B4-BE49-F238E27FC236}">
                  <a16:creationId xmlns:a16="http://schemas.microsoft.com/office/drawing/2014/main" id="{EF7B89EE-F6B6-40E7-B028-70FF17474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50560" y="4354201"/>
              <a:ext cx="1839916" cy="1577311"/>
            </a:xfrm>
            <a:prstGeom prst="rect">
              <a:avLst/>
            </a:prstGeom>
          </p:spPr>
        </p:pic>
      </p:grpSp>
      <p:pic>
        <p:nvPicPr>
          <p:cNvPr id="14" name="Object 16">
            <a:extLst>
              <a:ext uri="{FF2B5EF4-FFF2-40B4-BE49-F238E27FC236}">
                <a16:creationId xmlns:a16="http://schemas.microsoft.com/office/drawing/2014/main" id="{17E98F88-C30B-4997-B95F-D989378230CD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92829" y="229092"/>
            <a:ext cx="6297180" cy="1518876"/>
          </a:xfrm>
          <a:prstGeom prst="rect">
            <a:avLst/>
          </a:prstGeom>
        </p:spPr>
      </p:pic>
      <p:grpSp>
        <p:nvGrpSpPr>
          <p:cNvPr id="15" name="그룹 1006">
            <a:extLst>
              <a:ext uri="{FF2B5EF4-FFF2-40B4-BE49-F238E27FC236}">
                <a16:creationId xmlns:a16="http://schemas.microsoft.com/office/drawing/2014/main" id="{CA3E4720-79F1-44EB-A40A-F4F87037D97D}"/>
              </a:ext>
            </a:extLst>
          </p:cNvPr>
          <p:cNvGrpSpPr/>
          <p:nvPr/>
        </p:nvGrpSpPr>
        <p:grpSpPr>
          <a:xfrm>
            <a:off x="9142857" y="4519757"/>
            <a:ext cx="2134728" cy="2134728"/>
            <a:chOff x="9142857" y="4519757"/>
            <a:chExt cx="2134728" cy="2134728"/>
          </a:xfrm>
        </p:grpSpPr>
        <p:pic>
          <p:nvPicPr>
            <p:cNvPr id="16" name="Object 18">
              <a:extLst>
                <a:ext uri="{FF2B5EF4-FFF2-40B4-BE49-F238E27FC236}">
                  <a16:creationId xmlns:a16="http://schemas.microsoft.com/office/drawing/2014/main" id="{6F99B968-139F-426C-B6FD-C8EF82E62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2857" y="4519757"/>
              <a:ext cx="2134728" cy="2134728"/>
            </a:xfrm>
            <a:prstGeom prst="rect">
              <a:avLst/>
            </a:prstGeom>
          </p:spPr>
        </p:pic>
      </p:grpSp>
      <p:grpSp>
        <p:nvGrpSpPr>
          <p:cNvPr id="17" name="그룹 1007">
            <a:extLst>
              <a:ext uri="{FF2B5EF4-FFF2-40B4-BE49-F238E27FC236}">
                <a16:creationId xmlns:a16="http://schemas.microsoft.com/office/drawing/2014/main" id="{6C97E52E-AFAA-405C-BA4E-52D781035968}"/>
              </a:ext>
            </a:extLst>
          </p:cNvPr>
          <p:cNvGrpSpPr/>
          <p:nvPr/>
        </p:nvGrpSpPr>
        <p:grpSpPr>
          <a:xfrm>
            <a:off x="9142857" y="1835019"/>
            <a:ext cx="10144445" cy="2221685"/>
            <a:chOff x="9142857" y="1835019"/>
            <a:chExt cx="10144445" cy="2221685"/>
          </a:xfrm>
        </p:grpSpPr>
        <p:pic>
          <p:nvPicPr>
            <p:cNvPr id="18" name="Object 21">
              <a:extLst>
                <a:ext uri="{FF2B5EF4-FFF2-40B4-BE49-F238E27FC236}">
                  <a16:creationId xmlns:a16="http://schemas.microsoft.com/office/drawing/2014/main" id="{6F63DC4A-43DB-4150-9EAB-76F09F664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2857" y="1835019"/>
              <a:ext cx="10144445" cy="2221685"/>
            </a:xfrm>
            <a:prstGeom prst="rect">
              <a:avLst/>
            </a:prstGeom>
          </p:spPr>
        </p:pic>
      </p:grpSp>
      <p:grpSp>
        <p:nvGrpSpPr>
          <p:cNvPr id="19" name="그룹 1008">
            <a:extLst>
              <a:ext uri="{FF2B5EF4-FFF2-40B4-BE49-F238E27FC236}">
                <a16:creationId xmlns:a16="http://schemas.microsoft.com/office/drawing/2014/main" id="{9410B55E-880A-4E10-9F98-1C8B79DCC5A7}"/>
              </a:ext>
            </a:extLst>
          </p:cNvPr>
          <p:cNvGrpSpPr/>
          <p:nvPr/>
        </p:nvGrpSpPr>
        <p:grpSpPr>
          <a:xfrm>
            <a:off x="9142857" y="1877151"/>
            <a:ext cx="2179553" cy="2179553"/>
            <a:chOff x="9142857" y="1877151"/>
            <a:chExt cx="2179553" cy="2179553"/>
          </a:xfrm>
        </p:grpSpPr>
        <p:pic>
          <p:nvPicPr>
            <p:cNvPr id="20" name="Object 24">
              <a:extLst>
                <a:ext uri="{FF2B5EF4-FFF2-40B4-BE49-F238E27FC236}">
                  <a16:creationId xmlns:a16="http://schemas.microsoft.com/office/drawing/2014/main" id="{7A049194-88C1-4F97-BE29-BA8D99B05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2857" y="1877151"/>
              <a:ext cx="2179553" cy="2179553"/>
            </a:xfrm>
            <a:prstGeom prst="rect">
              <a:avLst/>
            </a:prstGeom>
          </p:spPr>
        </p:pic>
      </p:grpSp>
      <p:grpSp>
        <p:nvGrpSpPr>
          <p:cNvPr id="21" name="그룹 1009">
            <a:extLst>
              <a:ext uri="{FF2B5EF4-FFF2-40B4-BE49-F238E27FC236}">
                <a16:creationId xmlns:a16="http://schemas.microsoft.com/office/drawing/2014/main" id="{6FED8BCD-4C74-4B43-82CF-D8F23CB35A4D}"/>
              </a:ext>
            </a:extLst>
          </p:cNvPr>
          <p:cNvGrpSpPr/>
          <p:nvPr/>
        </p:nvGrpSpPr>
        <p:grpSpPr>
          <a:xfrm>
            <a:off x="9142857" y="7159248"/>
            <a:ext cx="2134728" cy="2134728"/>
            <a:chOff x="9142857" y="7159248"/>
            <a:chExt cx="2134728" cy="2134728"/>
          </a:xfrm>
        </p:grpSpPr>
        <p:pic>
          <p:nvPicPr>
            <p:cNvPr id="23" name="Object 27">
              <a:extLst>
                <a:ext uri="{FF2B5EF4-FFF2-40B4-BE49-F238E27FC236}">
                  <a16:creationId xmlns:a16="http://schemas.microsoft.com/office/drawing/2014/main" id="{C35B2B9A-EE53-4E01-B9B1-179D818AD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142857" y="7159248"/>
              <a:ext cx="2134728" cy="2134728"/>
            </a:xfrm>
            <a:prstGeom prst="rect">
              <a:avLst/>
            </a:prstGeom>
          </p:spPr>
        </p:pic>
      </p:grpSp>
      <p:pic>
        <p:nvPicPr>
          <p:cNvPr id="24" name="Object 29">
            <a:extLst>
              <a:ext uri="{FF2B5EF4-FFF2-40B4-BE49-F238E27FC236}">
                <a16:creationId xmlns:a16="http://schemas.microsoft.com/office/drawing/2014/main" id="{E6BBC00A-2365-4820-9CA2-71534E36D02D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257650" y="2588685"/>
            <a:ext cx="7083318" cy="1268318"/>
          </a:xfrm>
          <a:prstGeom prst="rect">
            <a:avLst/>
          </a:prstGeom>
        </p:spPr>
      </p:pic>
      <p:pic>
        <p:nvPicPr>
          <p:cNvPr id="25" name="Object 30">
            <a:extLst>
              <a:ext uri="{FF2B5EF4-FFF2-40B4-BE49-F238E27FC236}">
                <a16:creationId xmlns:a16="http://schemas.microsoft.com/office/drawing/2014/main" id="{30740F19-9237-4DFE-AD3A-09D99FA6AB71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2116763" y="5192383"/>
            <a:ext cx="5527413" cy="1268318"/>
          </a:xfrm>
          <a:prstGeom prst="rect">
            <a:avLst/>
          </a:prstGeom>
        </p:spPr>
      </p:pic>
      <p:pic>
        <p:nvPicPr>
          <p:cNvPr id="26" name="Object 31">
            <a:extLst>
              <a:ext uri="{FF2B5EF4-FFF2-40B4-BE49-F238E27FC236}">
                <a16:creationId xmlns:a16="http://schemas.microsoft.com/office/drawing/2014/main" id="{94823C7F-F812-43ED-A7B8-5801403219E5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978639" y="7963327"/>
            <a:ext cx="5692594" cy="1296889"/>
          </a:xfrm>
          <a:prstGeom prst="rect">
            <a:avLst/>
          </a:prstGeom>
        </p:spPr>
      </p:pic>
      <p:pic>
        <p:nvPicPr>
          <p:cNvPr id="27" name="Object 32">
            <a:extLst>
              <a:ext uri="{FF2B5EF4-FFF2-40B4-BE49-F238E27FC236}">
                <a16:creationId xmlns:a16="http://schemas.microsoft.com/office/drawing/2014/main" id="{7DA31864-FD54-4FFD-86BB-AF12A2F2D863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3979820" y="1770259"/>
            <a:ext cx="910127" cy="744089"/>
          </a:xfrm>
          <a:prstGeom prst="rect">
            <a:avLst/>
          </a:prstGeom>
        </p:spPr>
      </p:pic>
      <p:pic>
        <p:nvPicPr>
          <p:cNvPr id="28" name="Object 33">
            <a:extLst>
              <a:ext uri="{FF2B5EF4-FFF2-40B4-BE49-F238E27FC236}">
                <a16:creationId xmlns:a16="http://schemas.microsoft.com/office/drawing/2014/main" id="{DAA21FB9-CC21-4100-839A-14741713245F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3496815" y="4431256"/>
            <a:ext cx="1738299" cy="763137"/>
          </a:xfrm>
          <a:prstGeom prst="rect">
            <a:avLst/>
          </a:prstGeom>
        </p:spPr>
      </p:pic>
      <p:pic>
        <p:nvPicPr>
          <p:cNvPr id="29" name="Object 34">
            <a:extLst>
              <a:ext uri="{FF2B5EF4-FFF2-40B4-BE49-F238E27FC236}">
                <a16:creationId xmlns:a16="http://schemas.microsoft.com/office/drawing/2014/main" id="{8A832CEF-CA44-425C-BE3A-076F591E5F1F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520624" y="7165916"/>
            <a:ext cx="1529908" cy="76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2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B7242F43-22E5-4433-AD39-32A9E1B6EB2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1712" y="377537"/>
            <a:ext cx="2448832" cy="967947"/>
          </a:xfrm>
          <a:prstGeom prst="rect">
            <a:avLst/>
          </a:prstGeom>
        </p:spPr>
      </p:pic>
      <p:grpSp>
        <p:nvGrpSpPr>
          <p:cNvPr id="5" name="그룹 1001">
            <a:extLst>
              <a:ext uri="{FF2B5EF4-FFF2-40B4-BE49-F238E27FC236}">
                <a16:creationId xmlns:a16="http://schemas.microsoft.com/office/drawing/2014/main" id="{CA57DADC-ACCC-4BD8-A91E-DFEDFD51D17D}"/>
              </a:ext>
            </a:extLst>
          </p:cNvPr>
          <p:cNvGrpSpPr/>
          <p:nvPr/>
        </p:nvGrpSpPr>
        <p:grpSpPr>
          <a:xfrm>
            <a:off x="-357143" y="1461905"/>
            <a:ext cx="18952381" cy="3276190"/>
            <a:chOff x="-357143" y="1461905"/>
            <a:chExt cx="18952381" cy="3276190"/>
          </a:xfrm>
        </p:grpSpPr>
        <p:pic>
          <p:nvPicPr>
            <p:cNvPr id="7" name="Object 3">
              <a:extLst>
                <a:ext uri="{FF2B5EF4-FFF2-40B4-BE49-F238E27FC236}">
                  <a16:creationId xmlns:a16="http://schemas.microsoft.com/office/drawing/2014/main" id="{E2BAA9F5-59BE-4D66-AB1C-423A0D04E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57143" y="1461905"/>
              <a:ext cx="18952381" cy="3276190"/>
            </a:xfrm>
            <a:prstGeom prst="rect">
              <a:avLst/>
            </a:prstGeom>
          </p:spPr>
        </p:pic>
      </p:grpSp>
      <p:grpSp>
        <p:nvGrpSpPr>
          <p:cNvPr id="8" name="그룹 1002">
            <a:extLst>
              <a:ext uri="{FF2B5EF4-FFF2-40B4-BE49-F238E27FC236}">
                <a16:creationId xmlns:a16="http://schemas.microsoft.com/office/drawing/2014/main" id="{0AD3A04B-14A3-4BF9-8B2F-CAEEB1D5D7B5}"/>
              </a:ext>
            </a:extLst>
          </p:cNvPr>
          <p:cNvGrpSpPr/>
          <p:nvPr/>
        </p:nvGrpSpPr>
        <p:grpSpPr>
          <a:xfrm>
            <a:off x="662270" y="827581"/>
            <a:ext cx="3871425" cy="3503885"/>
            <a:chOff x="662270" y="827581"/>
            <a:chExt cx="3871425" cy="3503885"/>
          </a:xfrm>
        </p:grpSpPr>
        <p:pic>
          <p:nvPicPr>
            <p:cNvPr id="9" name="Object 6">
              <a:extLst>
                <a:ext uri="{FF2B5EF4-FFF2-40B4-BE49-F238E27FC236}">
                  <a16:creationId xmlns:a16="http://schemas.microsoft.com/office/drawing/2014/main" id="{98F85573-B252-4914-A4B2-A13518DA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270" y="827581"/>
              <a:ext cx="3871425" cy="3503885"/>
            </a:xfrm>
            <a:prstGeom prst="rect">
              <a:avLst/>
            </a:prstGeom>
          </p:spPr>
        </p:pic>
      </p:grpSp>
      <p:pic>
        <p:nvPicPr>
          <p:cNvPr id="10" name="Object 8">
            <a:extLst>
              <a:ext uri="{FF2B5EF4-FFF2-40B4-BE49-F238E27FC236}">
                <a16:creationId xmlns:a16="http://schemas.microsoft.com/office/drawing/2014/main" id="{80CDBF23-FAE3-4F25-A50D-917987E0380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5994" y="1560470"/>
            <a:ext cx="7301632" cy="986994"/>
          </a:xfrm>
          <a:prstGeom prst="rect">
            <a:avLst/>
          </a:prstGeom>
        </p:spPr>
      </p:pic>
      <p:pic>
        <p:nvPicPr>
          <p:cNvPr id="11" name="Object 9">
            <a:extLst>
              <a:ext uri="{FF2B5EF4-FFF2-40B4-BE49-F238E27FC236}">
                <a16:creationId xmlns:a16="http://schemas.microsoft.com/office/drawing/2014/main" id="{D7FBC27E-4C44-49F6-B083-807CC2C627A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268720" y="3614825"/>
            <a:ext cx="4324366" cy="967947"/>
          </a:xfrm>
          <a:prstGeom prst="rect">
            <a:avLst/>
          </a:prstGeom>
        </p:spPr>
      </p:pic>
      <p:grpSp>
        <p:nvGrpSpPr>
          <p:cNvPr id="12" name="그룹 1003">
            <a:extLst>
              <a:ext uri="{FF2B5EF4-FFF2-40B4-BE49-F238E27FC236}">
                <a16:creationId xmlns:a16="http://schemas.microsoft.com/office/drawing/2014/main" id="{0EF16E1C-6C9F-47CA-B4A3-05A7971A2B61}"/>
              </a:ext>
            </a:extLst>
          </p:cNvPr>
          <p:cNvGrpSpPr/>
          <p:nvPr/>
        </p:nvGrpSpPr>
        <p:grpSpPr>
          <a:xfrm>
            <a:off x="14662956" y="2034324"/>
            <a:ext cx="3646568" cy="3403947"/>
            <a:chOff x="14662956" y="2034324"/>
            <a:chExt cx="3646568" cy="3403947"/>
          </a:xfrm>
        </p:grpSpPr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EAAA4A64-BC76-41CB-B9CE-B274275C2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62956" y="2034324"/>
              <a:ext cx="3646568" cy="3403947"/>
            </a:xfrm>
            <a:prstGeom prst="rect">
              <a:avLst/>
            </a:prstGeom>
          </p:spPr>
        </p:pic>
      </p:grpSp>
      <p:grpSp>
        <p:nvGrpSpPr>
          <p:cNvPr id="14" name="그룹 1004">
            <a:extLst>
              <a:ext uri="{FF2B5EF4-FFF2-40B4-BE49-F238E27FC236}">
                <a16:creationId xmlns:a16="http://schemas.microsoft.com/office/drawing/2014/main" id="{3CF00D8C-E120-4AB6-A40D-A058A3463719}"/>
              </a:ext>
            </a:extLst>
          </p:cNvPr>
          <p:cNvGrpSpPr/>
          <p:nvPr/>
        </p:nvGrpSpPr>
        <p:grpSpPr>
          <a:xfrm>
            <a:off x="-333333" y="6179146"/>
            <a:ext cx="18952381" cy="3565139"/>
            <a:chOff x="-333333" y="6179146"/>
            <a:chExt cx="18952381" cy="3565139"/>
          </a:xfrm>
        </p:grpSpPr>
        <p:pic>
          <p:nvPicPr>
            <p:cNvPr id="15" name="Object 14">
              <a:extLst>
                <a:ext uri="{FF2B5EF4-FFF2-40B4-BE49-F238E27FC236}">
                  <a16:creationId xmlns:a16="http://schemas.microsoft.com/office/drawing/2014/main" id="{C78C8D42-3A1B-4423-88BA-BB2531865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-333333" y="6179146"/>
              <a:ext cx="18952381" cy="3565139"/>
            </a:xfrm>
            <a:prstGeom prst="rect">
              <a:avLst/>
            </a:prstGeom>
          </p:spPr>
        </p:pic>
      </p:grpSp>
      <p:pic>
        <p:nvPicPr>
          <p:cNvPr id="16" name="Object 16">
            <a:extLst>
              <a:ext uri="{FF2B5EF4-FFF2-40B4-BE49-F238E27FC236}">
                <a16:creationId xmlns:a16="http://schemas.microsoft.com/office/drawing/2014/main" id="{4E5BF1BE-5E73-4E26-B376-0FCEAEA9B849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82299" y="5311046"/>
            <a:ext cx="2697775" cy="967947"/>
          </a:xfrm>
          <a:prstGeom prst="rect">
            <a:avLst/>
          </a:prstGeom>
        </p:spPr>
      </p:pic>
      <p:grpSp>
        <p:nvGrpSpPr>
          <p:cNvPr id="17" name="그룹 1005">
            <a:extLst>
              <a:ext uri="{FF2B5EF4-FFF2-40B4-BE49-F238E27FC236}">
                <a16:creationId xmlns:a16="http://schemas.microsoft.com/office/drawing/2014/main" id="{73C75CA4-6A40-4CD2-A0BF-AD10CD1CCA78}"/>
              </a:ext>
            </a:extLst>
          </p:cNvPr>
          <p:cNvGrpSpPr/>
          <p:nvPr/>
        </p:nvGrpSpPr>
        <p:grpSpPr>
          <a:xfrm>
            <a:off x="-95046" y="5709183"/>
            <a:ext cx="2693029" cy="2706562"/>
            <a:chOff x="-95046" y="5709183"/>
            <a:chExt cx="2693029" cy="2706562"/>
          </a:xfrm>
        </p:grpSpPr>
        <p:pic>
          <p:nvPicPr>
            <p:cNvPr id="18" name="Object 18">
              <a:extLst>
                <a:ext uri="{FF2B5EF4-FFF2-40B4-BE49-F238E27FC236}">
                  <a16:creationId xmlns:a16="http://schemas.microsoft.com/office/drawing/2014/main" id="{D74CC615-4CC8-453B-B308-4225B9496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-95046" y="5709183"/>
              <a:ext cx="2693029" cy="2706562"/>
            </a:xfrm>
            <a:prstGeom prst="rect">
              <a:avLst/>
            </a:prstGeom>
          </p:spPr>
        </p:pic>
      </p:grpSp>
      <p:pic>
        <p:nvPicPr>
          <p:cNvPr id="19" name="Object 20">
            <a:extLst>
              <a:ext uri="{FF2B5EF4-FFF2-40B4-BE49-F238E27FC236}">
                <a16:creationId xmlns:a16="http://schemas.microsoft.com/office/drawing/2014/main" id="{FD1083DE-97E4-47A6-8A7E-5640D2A4B029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91851" y="7596654"/>
            <a:ext cx="6924975" cy="1708128"/>
          </a:xfrm>
          <a:prstGeom prst="rect">
            <a:avLst/>
          </a:prstGeom>
        </p:spPr>
      </p:pic>
      <p:grpSp>
        <p:nvGrpSpPr>
          <p:cNvPr id="20" name="그룹 1006">
            <a:extLst>
              <a:ext uri="{FF2B5EF4-FFF2-40B4-BE49-F238E27FC236}">
                <a16:creationId xmlns:a16="http://schemas.microsoft.com/office/drawing/2014/main" id="{E6DCA2BC-8361-4B43-93BD-CF6C0CCD6A21}"/>
              </a:ext>
            </a:extLst>
          </p:cNvPr>
          <p:cNvGrpSpPr/>
          <p:nvPr/>
        </p:nvGrpSpPr>
        <p:grpSpPr>
          <a:xfrm>
            <a:off x="13388622" y="5756802"/>
            <a:ext cx="4563859" cy="3158782"/>
            <a:chOff x="13388622" y="5756802"/>
            <a:chExt cx="4563859" cy="3158782"/>
          </a:xfrm>
        </p:grpSpPr>
        <p:pic>
          <p:nvPicPr>
            <p:cNvPr id="21" name="Object 22">
              <a:extLst>
                <a:ext uri="{FF2B5EF4-FFF2-40B4-BE49-F238E27FC236}">
                  <a16:creationId xmlns:a16="http://schemas.microsoft.com/office/drawing/2014/main" id="{089486F8-86B0-4195-9317-1035A8F3D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388622" y="5756802"/>
              <a:ext cx="4563859" cy="3158782"/>
            </a:xfrm>
            <a:prstGeom prst="rect">
              <a:avLst/>
            </a:prstGeom>
          </p:spPr>
        </p:pic>
      </p:grpSp>
      <p:pic>
        <p:nvPicPr>
          <p:cNvPr id="23" name="Object 24">
            <a:extLst>
              <a:ext uri="{FF2B5EF4-FFF2-40B4-BE49-F238E27FC236}">
                <a16:creationId xmlns:a16="http://schemas.microsoft.com/office/drawing/2014/main" id="{50E2903F-F995-49B4-8088-92DF7FB0F473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063251" y="8670977"/>
            <a:ext cx="7074899" cy="100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35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0</Words>
  <Application>Microsoft Office PowerPoint</Application>
  <PresentationFormat>사용자 지정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user</cp:lastModifiedBy>
  <cp:revision>12</cp:revision>
  <dcterms:created xsi:type="dcterms:W3CDTF">2022-10-14T16:39:24Z</dcterms:created>
  <dcterms:modified xsi:type="dcterms:W3CDTF">2022-11-09T09:42:34Z</dcterms:modified>
</cp:coreProperties>
</file>