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9" r:id="rId5"/>
    <p:sldId id="263" r:id="rId6"/>
    <p:sldId id="260" r:id="rId7"/>
    <p:sldId id="261" r:id="rId8"/>
    <p:sldId id="267" r:id="rId9"/>
    <p:sldId id="265" r:id="rId10"/>
    <p:sldId id="264" r:id="rId1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86E286"/>
    <a:srgbClr val="29A929"/>
    <a:srgbClr val="A5E9A5"/>
    <a:srgbClr val="669900"/>
    <a:srgbClr val="1AF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>
      <p:cViewPr varScale="1">
        <p:scale>
          <a:sx n="31" d="100"/>
          <a:sy n="31" d="100"/>
        </p:scale>
        <p:origin x="302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29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286476" y="-2753908"/>
            <a:ext cx="20193162" cy="15130752"/>
            <a:chOff x="-1286476" y="-2753908"/>
            <a:chExt cx="20193162" cy="15130752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6129614" y="-2387764"/>
              <a:ext cx="2677217" cy="4499041"/>
              <a:chOff x="6129614" y="-2387764"/>
              <a:chExt cx="2677217" cy="449904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 rot="1980000">
                <a:off x="6129614" y="-2387764"/>
                <a:ext cx="2677217" cy="449904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16225757" y="4844661"/>
              <a:ext cx="1749135" cy="4392019"/>
              <a:chOff x="16225757" y="4844661"/>
              <a:chExt cx="1749135" cy="439201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-1680000">
                <a:off x="16225757" y="4844661"/>
                <a:ext cx="1749135" cy="439201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3700866" y="7074509"/>
              <a:ext cx="2359550" cy="3884033"/>
              <a:chOff x="3700866" y="7074509"/>
              <a:chExt cx="2359550" cy="3884033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1200000">
                <a:off x="3700866" y="7074509"/>
                <a:ext cx="2359550" cy="3884033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1855591" y="-1668122"/>
              <a:ext cx="2358310" cy="4681508"/>
              <a:chOff x="11855591" y="-1668122"/>
              <a:chExt cx="2358310" cy="4681508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-2220000">
                <a:off x="11855591" y="-1668122"/>
                <a:ext cx="2358310" cy="4681508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600831" y="2873296"/>
              <a:ext cx="2682585" cy="1361412"/>
              <a:chOff x="1600831" y="2873296"/>
              <a:chExt cx="2682585" cy="1361412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600831" y="2873296"/>
                <a:ext cx="2682585" cy="1361412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1178800" y="7081931"/>
              <a:ext cx="3246384" cy="4799798"/>
              <a:chOff x="11178800" y="7081931"/>
              <a:chExt cx="3246384" cy="4799798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1740000">
                <a:off x="11178800" y="7081931"/>
                <a:ext cx="3246384" cy="4799798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3555936" y="4782645"/>
              <a:ext cx="1483498" cy="1317945"/>
              <a:chOff x="13555936" y="4782645"/>
              <a:chExt cx="1483498" cy="1317945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3555936" y="4782645"/>
                <a:ext cx="1483498" cy="1317945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6773685" y="9016526"/>
              <a:ext cx="2028195" cy="1893827"/>
              <a:chOff x="6773685" y="9016526"/>
              <a:chExt cx="2028195" cy="1893827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773685" y="9016526"/>
                <a:ext cx="2028195" cy="1893827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-713642" y="-541750"/>
              <a:ext cx="2736064" cy="3246905"/>
              <a:chOff x="-713642" y="-541750"/>
              <a:chExt cx="2736064" cy="3246905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80000">
                <a:off x="-713642" y="-541750"/>
                <a:ext cx="2736064" cy="3246905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-1286476" y="5216141"/>
              <a:ext cx="4228599" cy="3143959"/>
              <a:chOff x="-1286476" y="5216141"/>
              <a:chExt cx="4228599" cy="3143959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-1286476" y="5216141"/>
                <a:ext cx="4228599" cy="3143959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5378693" y="1890263"/>
              <a:ext cx="2682585" cy="1361412"/>
              <a:chOff x="15378693" y="1890263"/>
              <a:chExt cx="2682585" cy="1361412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5378693" y="1890263"/>
                <a:ext cx="2682585" cy="1361412"/>
              </a:xfrm>
              <a:prstGeom prst="rect">
                <a:avLst/>
              </a:prstGeom>
            </p:spPr>
          </p:pic>
        </p:grpSp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45077" y="8731563"/>
            <a:ext cx="3264683" cy="1320606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130151" y="3196180"/>
            <a:ext cx="9735918" cy="2159252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764058" y="5266668"/>
            <a:ext cx="4963367" cy="679881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8753098" y="2012806"/>
            <a:ext cx="2187302" cy="2187302"/>
            <a:chOff x="8753098" y="2012806"/>
            <a:chExt cx="2187302" cy="2187302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140000">
              <a:off x="8753098" y="2012806"/>
              <a:ext cx="2187302" cy="21873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1001">
            <a:extLst>
              <a:ext uri="{FF2B5EF4-FFF2-40B4-BE49-F238E27FC236}">
                <a16:creationId xmlns:a16="http://schemas.microsoft.com/office/drawing/2014/main" id="{81D2BF27-EC70-4A79-9BCC-659107F7E206}"/>
              </a:ext>
            </a:extLst>
          </p:cNvPr>
          <p:cNvGrpSpPr/>
          <p:nvPr/>
        </p:nvGrpSpPr>
        <p:grpSpPr>
          <a:xfrm>
            <a:off x="8593916" y="-563748"/>
            <a:ext cx="1100167" cy="11414495"/>
            <a:chOff x="8648262" y="-507937"/>
            <a:chExt cx="1100167" cy="11414495"/>
          </a:xfrm>
        </p:grpSpPr>
        <p:pic>
          <p:nvPicPr>
            <p:cNvPr id="45" name="Object 2">
              <a:extLst>
                <a:ext uri="{FF2B5EF4-FFF2-40B4-BE49-F238E27FC236}">
                  <a16:creationId xmlns:a16="http://schemas.microsoft.com/office/drawing/2014/main" id="{7DD31477-11C2-4377-8C62-7F21639F2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8262" y="-507937"/>
              <a:ext cx="1100167" cy="11414495"/>
            </a:xfrm>
            <a:prstGeom prst="rect">
              <a:avLst/>
            </a:prstGeom>
          </p:spPr>
        </p:pic>
      </p:grpSp>
      <p:grpSp>
        <p:nvGrpSpPr>
          <p:cNvPr id="19" name="그룹 1002">
            <a:extLst>
              <a:ext uri="{FF2B5EF4-FFF2-40B4-BE49-F238E27FC236}">
                <a16:creationId xmlns:a16="http://schemas.microsoft.com/office/drawing/2014/main" id="{2744A713-344F-4664-9209-DA80F55AC77E}"/>
              </a:ext>
            </a:extLst>
          </p:cNvPr>
          <p:cNvGrpSpPr/>
          <p:nvPr/>
        </p:nvGrpSpPr>
        <p:grpSpPr>
          <a:xfrm>
            <a:off x="8501051" y="1112038"/>
            <a:ext cx="1283613" cy="1283613"/>
            <a:chOff x="8501051" y="1112038"/>
            <a:chExt cx="1283613" cy="1283613"/>
          </a:xfrm>
        </p:grpSpPr>
        <p:grpSp>
          <p:nvGrpSpPr>
            <p:cNvPr id="20" name="그룹 1003">
              <a:extLst>
                <a:ext uri="{FF2B5EF4-FFF2-40B4-BE49-F238E27FC236}">
                  <a16:creationId xmlns:a16="http://schemas.microsoft.com/office/drawing/2014/main" id="{76A5536B-ADA6-4B69-9583-4DFEC2D268F8}"/>
                </a:ext>
              </a:extLst>
            </p:cNvPr>
            <p:cNvGrpSpPr/>
            <p:nvPr/>
          </p:nvGrpSpPr>
          <p:grpSpPr>
            <a:xfrm>
              <a:off x="8501051" y="1112038"/>
              <a:ext cx="1283613" cy="1283613"/>
              <a:chOff x="8501051" y="1112038"/>
              <a:chExt cx="1283613" cy="1283613"/>
            </a:xfrm>
          </p:grpSpPr>
          <p:pic>
            <p:nvPicPr>
              <p:cNvPr id="23" name="Object 6">
                <a:extLst>
                  <a:ext uri="{FF2B5EF4-FFF2-40B4-BE49-F238E27FC236}">
                    <a16:creationId xmlns:a16="http://schemas.microsoft.com/office/drawing/2014/main" id="{E8CE8EF9-3493-4661-B89D-37999DB777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01051" y="1112038"/>
                <a:ext cx="1283613" cy="1283613"/>
              </a:xfrm>
              <a:prstGeom prst="rect">
                <a:avLst/>
              </a:prstGeom>
            </p:spPr>
          </p:pic>
        </p:grpSp>
        <p:pic>
          <p:nvPicPr>
            <p:cNvPr id="22" name="Object 8">
              <a:extLst>
                <a:ext uri="{FF2B5EF4-FFF2-40B4-BE49-F238E27FC236}">
                  <a16:creationId xmlns:a16="http://schemas.microsoft.com/office/drawing/2014/main" id="{7B14C190-9835-4649-9DE3-0B188BAAE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3109" y="1383130"/>
              <a:ext cx="682756" cy="798565"/>
            </a:xfrm>
            <a:prstGeom prst="rect">
              <a:avLst/>
            </a:prstGeom>
          </p:spPr>
        </p:pic>
      </p:grpSp>
      <p:pic>
        <p:nvPicPr>
          <p:cNvPr id="24" name="Object 10">
            <a:extLst>
              <a:ext uri="{FF2B5EF4-FFF2-40B4-BE49-F238E27FC236}">
                <a16:creationId xmlns:a16="http://schemas.microsoft.com/office/drawing/2014/main" id="{22B8CBC6-E16F-44D5-A7C4-7DCF068054D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43294" y="1383130"/>
            <a:ext cx="5203403" cy="789308"/>
          </a:xfrm>
          <a:prstGeom prst="rect">
            <a:avLst/>
          </a:prstGeom>
        </p:spPr>
      </p:pic>
      <p:grpSp>
        <p:nvGrpSpPr>
          <p:cNvPr id="25" name="그룹 1004">
            <a:extLst>
              <a:ext uri="{FF2B5EF4-FFF2-40B4-BE49-F238E27FC236}">
                <a16:creationId xmlns:a16="http://schemas.microsoft.com/office/drawing/2014/main" id="{F94476CA-5819-431F-82EC-37F36B6E204B}"/>
              </a:ext>
            </a:extLst>
          </p:cNvPr>
          <p:cNvGrpSpPr/>
          <p:nvPr/>
        </p:nvGrpSpPr>
        <p:grpSpPr>
          <a:xfrm>
            <a:off x="8501051" y="3370349"/>
            <a:ext cx="1283613" cy="1283613"/>
            <a:chOff x="8501051" y="3370349"/>
            <a:chExt cx="1283613" cy="1283613"/>
          </a:xfrm>
        </p:grpSpPr>
        <p:grpSp>
          <p:nvGrpSpPr>
            <p:cNvPr id="26" name="그룹 1005">
              <a:extLst>
                <a:ext uri="{FF2B5EF4-FFF2-40B4-BE49-F238E27FC236}">
                  <a16:creationId xmlns:a16="http://schemas.microsoft.com/office/drawing/2014/main" id="{626B93D0-F841-4A03-81DE-386B9B70AF4E}"/>
                </a:ext>
              </a:extLst>
            </p:cNvPr>
            <p:cNvGrpSpPr/>
            <p:nvPr/>
          </p:nvGrpSpPr>
          <p:grpSpPr>
            <a:xfrm>
              <a:off x="8501051" y="3370349"/>
              <a:ext cx="1283613" cy="1283613"/>
              <a:chOff x="8501051" y="3370349"/>
              <a:chExt cx="1283613" cy="1283613"/>
            </a:xfrm>
          </p:grpSpPr>
          <p:pic>
            <p:nvPicPr>
              <p:cNvPr id="28" name="Object 13">
                <a:extLst>
                  <a:ext uri="{FF2B5EF4-FFF2-40B4-BE49-F238E27FC236}">
                    <a16:creationId xmlns:a16="http://schemas.microsoft.com/office/drawing/2014/main" id="{0DB0EE1D-7ABB-4C17-B6FF-1889D0A20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01051" y="3370349"/>
                <a:ext cx="1283613" cy="1283613"/>
              </a:xfrm>
              <a:prstGeom prst="rect">
                <a:avLst/>
              </a:prstGeom>
            </p:spPr>
          </p:pic>
        </p:grpSp>
        <p:pic>
          <p:nvPicPr>
            <p:cNvPr id="27" name="Object 15">
              <a:extLst>
                <a:ext uri="{FF2B5EF4-FFF2-40B4-BE49-F238E27FC236}">
                  <a16:creationId xmlns:a16="http://schemas.microsoft.com/office/drawing/2014/main" id="{457D1254-44B6-4A5B-8D5A-B045EF750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43107" y="3641437"/>
              <a:ext cx="682756" cy="798565"/>
            </a:xfrm>
            <a:prstGeom prst="rect">
              <a:avLst/>
            </a:prstGeom>
          </p:spPr>
        </p:pic>
      </p:grpSp>
      <p:pic>
        <p:nvPicPr>
          <p:cNvPr id="29" name="Object 17">
            <a:extLst>
              <a:ext uri="{FF2B5EF4-FFF2-40B4-BE49-F238E27FC236}">
                <a16:creationId xmlns:a16="http://schemas.microsoft.com/office/drawing/2014/main" id="{159EAD6B-7294-4E71-9B38-8AF51275A626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285790" y="3641441"/>
            <a:ext cx="6152518" cy="760737"/>
          </a:xfrm>
          <a:prstGeom prst="rect">
            <a:avLst/>
          </a:prstGeom>
        </p:spPr>
      </p:pic>
      <p:grpSp>
        <p:nvGrpSpPr>
          <p:cNvPr id="30" name="그룹 1006">
            <a:extLst>
              <a:ext uri="{FF2B5EF4-FFF2-40B4-BE49-F238E27FC236}">
                <a16:creationId xmlns:a16="http://schemas.microsoft.com/office/drawing/2014/main" id="{6384F2ED-0D40-403B-B9E4-E8D6482D23FC}"/>
              </a:ext>
            </a:extLst>
          </p:cNvPr>
          <p:cNvGrpSpPr/>
          <p:nvPr/>
        </p:nvGrpSpPr>
        <p:grpSpPr>
          <a:xfrm>
            <a:off x="8501051" y="5580865"/>
            <a:ext cx="1283613" cy="1283613"/>
            <a:chOff x="8501051" y="5580865"/>
            <a:chExt cx="1283613" cy="1283613"/>
          </a:xfrm>
        </p:grpSpPr>
        <p:grpSp>
          <p:nvGrpSpPr>
            <p:cNvPr id="31" name="그룹 1007">
              <a:extLst>
                <a:ext uri="{FF2B5EF4-FFF2-40B4-BE49-F238E27FC236}">
                  <a16:creationId xmlns:a16="http://schemas.microsoft.com/office/drawing/2014/main" id="{CA57A8D6-12E9-45DE-8966-26FE8BAC887E}"/>
                </a:ext>
              </a:extLst>
            </p:cNvPr>
            <p:cNvGrpSpPr/>
            <p:nvPr/>
          </p:nvGrpSpPr>
          <p:grpSpPr>
            <a:xfrm>
              <a:off x="8501051" y="5580865"/>
              <a:ext cx="1283613" cy="1283613"/>
              <a:chOff x="8501051" y="5580865"/>
              <a:chExt cx="1283613" cy="1283613"/>
            </a:xfrm>
          </p:grpSpPr>
          <p:pic>
            <p:nvPicPr>
              <p:cNvPr id="33" name="Object 20">
                <a:extLst>
                  <a:ext uri="{FF2B5EF4-FFF2-40B4-BE49-F238E27FC236}">
                    <a16:creationId xmlns:a16="http://schemas.microsoft.com/office/drawing/2014/main" id="{C3098C5E-8F4B-42C3-8595-FEEB74DC69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01051" y="5580865"/>
                <a:ext cx="1283613" cy="1283613"/>
              </a:xfrm>
              <a:prstGeom prst="rect">
                <a:avLst/>
              </a:prstGeom>
            </p:spPr>
          </p:pic>
        </p:grpSp>
        <p:pic>
          <p:nvPicPr>
            <p:cNvPr id="32" name="Object 22">
              <a:extLst>
                <a:ext uri="{FF2B5EF4-FFF2-40B4-BE49-F238E27FC236}">
                  <a16:creationId xmlns:a16="http://schemas.microsoft.com/office/drawing/2014/main" id="{4E7758D5-CE69-4EE8-B3B6-AF74ABEA8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3106" y="5851949"/>
              <a:ext cx="682756" cy="798565"/>
            </a:xfrm>
            <a:prstGeom prst="rect">
              <a:avLst/>
            </a:prstGeom>
          </p:spPr>
        </p:pic>
      </p:grpSp>
      <p:pic>
        <p:nvPicPr>
          <p:cNvPr id="34" name="Object 24">
            <a:extLst>
              <a:ext uri="{FF2B5EF4-FFF2-40B4-BE49-F238E27FC236}">
                <a16:creationId xmlns:a16="http://schemas.microsoft.com/office/drawing/2014/main" id="{6FB4CEA0-0D2F-440D-B6C9-66F15FA1B600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229353" y="8005897"/>
            <a:ext cx="4865822" cy="789308"/>
          </a:xfrm>
          <a:prstGeom prst="rect">
            <a:avLst/>
          </a:prstGeom>
        </p:spPr>
      </p:pic>
      <p:grpSp>
        <p:nvGrpSpPr>
          <p:cNvPr id="35" name="그룹 1008">
            <a:extLst>
              <a:ext uri="{FF2B5EF4-FFF2-40B4-BE49-F238E27FC236}">
                <a16:creationId xmlns:a16="http://schemas.microsoft.com/office/drawing/2014/main" id="{D31ED114-6373-41BF-918D-EF26FF75A492}"/>
              </a:ext>
            </a:extLst>
          </p:cNvPr>
          <p:cNvGrpSpPr/>
          <p:nvPr/>
        </p:nvGrpSpPr>
        <p:grpSpPr>
          <a:xfrm>
            <a:off x="8501051" y="7734805"/>
            <a:ext cx="1283613" cy="1283613"/>
            <a:chOff x="8501051" y="7734805"/>
            <a:chExt cx="1283613" cy="1283613"/>
          </a:xfrm>
        </p:grpSpPr>
        <p:grpSp>
          <p:nvGrpSpPr>
            <p:cNvPr id="36" name="그룹 1009">
              <a:extLst>
                <a:ext uri="{FF2B5EF4-FFF2-40B4-BE49-F238E27FC236}">
                  <a16:creationId xmlns:a16="http://schemas.microsoft.com/office/drawing/2014/main" id="{9CE0B33A-6A7F-4E8B-8D23-652C4FEF78E9}"/>
                </a:ext>
              </a:extLst>
            </p:cNvPr>
            <p:cNvGrpSpPr/>
            <p:nvPr/>
          </p:nvGrpSpPr>
          <p:grpSpPr>
            <a:xfrm>
              <a:off x="8501051" y="7734805"/>
              <a:ext cx="1283613" cy="1283613"/>
              <a:chOff x="8501051" y="7734805"/>
              <a:chExt cx="1283613" cy="1283613"/>
            </a:xfrm>
          </p:grpSpPr>
          <p:pic>
            <p:nvPicPr>
              <p:cNvPr id="38" name="Object 27">
                <a:extLst>
                  <a:ext uri="{FF2B5EF4-FFF2-40B4-BE49-F238E27FC236}">
                    <a16:creationId xmlns:a16="http://schemas.microsoft.com/office/drawing/2014/main" id="{D04EC909-F0F0-4A13-90E1-4921F03E5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01051" y="7734805"/>
                <a:ext cx="1283613" cy="1283613"/>
              </a:xfrm>
              <a:prstGeom prst="rect">
                <a:avLst/>
              </a:prstGeom>
            </p:spPr>
          </p:pic>
        </p:grpSp>
        <p:pic>
          <p:nvPicPr>
            <p:cNvPr id="37" name="Object 29">
              <a:extLst>
                <a:ext uri="{FF2B5EF4-FFF2-40B4-BE49-F238E27FC236}">
                  <a16:creationId xmlns:a16="http://schemas.microsoft.com/office/drawing/2014/main" id="{065F5E7B-E872-4EA4-9817-883B5C3C4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43106" y="8005892"/>
              <a:ext cx="682756" cy="798565"/>
            </a:xfrm>
            <a:prstGeom prst="rect">
              <a:avLst/>
            </a:prstGeom>
          </p:spPr>
        </p:pic>
      </p:grpSp>
      <p:pic>
        <p:nvPicPr>
          <p:cNvPr id="39" name="Object 31">
            <a:extLst>
              <a:ext uri="{FF2B5EF4-FFF2-40B4-BE49-F238E27FC236}">
                <a16:creationId xmlns:a16="http://schemas.microsoft.com/office/drawing/2014/main" id="{D9656B63-8D00-48DA-819C-959A9FD3497C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229353" y="5851957"/>
            <a:ext cx="4795289" cy="760737"/>
          </a:xfrm>
          <a:prstGeom prst="rect">
            <a:avLst/>
          </a:prstGeom>
        </p:spPr>
      </p:pic>
      <p:pic>
        <p:nvPicPr>
          <p:cNvPr id="40" name="Object 32">
            <a:extLst>
              <a:ext uri="{FF2B5EF4-FFF2-40B4-BE49-F238E27FC236}">
                <a16:creationId xmlns:a16="http://schemas.microsoft.com/office/drawing/2014/main" id="{BB6A2CB2-2109-4D80-99F0-785C4B905600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200325" y="1383135"/>
            <a:ext cx="1879841" cy="789308"/>
          </a:xfrm>
          <a:prstGeom prst="rect">
            <a:avLst/>
          </a:prstGeom>
        </p:spPr>
      </p:pic>
      <p:pic>
        <p:nvPicPr>
          <p:cNvPr id="41" name="Object 33">
            <a:extLst>
              <a:ext uri="{FF2B5EF4-FFF2-40B4-BE49-F238E27FC236}">
                <a16:creationId xmlns:a16="http://schemas.microsoft.com/office/drawing/2014/main" id="{26FD5640-BC53-4071-AA2E-17E7CA6D42BD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200325" y="3641440"/>
            <a:ext cx="1898889" cy="789308"/>
          </a:xfrm>
          <a:prstGeom prst="rect">
            <a:avLst/>
          </a:prstGeom>
        </p:spPr>
      </p:pic>
      <p:pic>
        <p:nvPicPr>
          <p:cNvPr id="42" name="Object 34">
            <a:extLst>
              <a:ext uri="{FF2B5EF4-FFF2-40B4-BE49-F238E27FC236}">
                <a16:creationId xmlns:a16="http://schemas.microsoft.com/office/drawing/2014/main" id="{540E9B29-2051-4D55-9B21-DFA5B42FCBC2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200325" y="5851954"/>
            <a:ext cx="2217241" cy="798565"/>
          </a:xfrm>
          <a:prstGeom prst="rect">
            <a:avLst/>
          </a:prstGeom>
        </p:spPr>
      </p:pic>
      <p:pic>
        <p:nvPicPr>
          <p:cNvPr id="43" name="Object 35">
            <a:extLst>
              <a:ext uri="{FF2B5EF4-FFF2-40B4-BE49-F238E27FC236}">
                <a16:creationId xmlns:a16="http://schemas.microsoft.com/office/drawing/2014/main" id="{6A55D291-DA73-4537-B5EB-09E6A4B56997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200325" y="8005897"/>
            <a:ext cx="1879841" cy="78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4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86C35BE-92CC-4D24-BD34-04ACEFDF6F20}"/>
              </a:ext>
            </a:extLst>
          </p:cNvPr>
          <p:cNvGrpSpPr/>
          <p:nvPr/>
        </p:nvGrpSpPr>
        <p:grpSpPr>
          <a:xfrm>
            <a:off x="608118" y="2552700"/>
            <a:ext cx="17071764" cy="5638799"/>
            <a:chOff x="1168978" y="2824043"/>
            <a:chExt cx="15899822" cy="498645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0455" y="3662107"/>
              <a:ext cx="1648193" cy="772708"/>
            </a:xfrm>
            <a:prstGeom prst="rect">
              <a:avLst/>
            </a:prstGeom>
          </p:spPr>
        </p:pic>
        <p:grpSp>
          <p:nvGrpSpPr>
            <p:cNvPr id="974" name="그룹 1002">
              <a:extLst>
                <a:ext uri="{FF2B5EF4-FFF2-40B4-BE49-F238E27FC236}">
                  <a16:creationId xmlns:a16="http://schemas.microsoft.com/office/drawing/2014/main" id="{B2E62000-4F0A-2380-FDE4-0360F7AAC07C}"/>
                </a:ext>
              </a:extLst>
            </p:cNvPr>
            <p:cNvGrpSpPr/>
            <p:nvPr/>
          </p:nvGrpSpPr>
          <p:grpSpPr>
            <a:xfrm>
              <a:off x="1206904" y="3528473"/>
              <a:ext cx="4442234" cy="4282027"/>
              <a:chOff x="1211909" y="3899277"/>
              <a:chExt cx="4442234" cy="4282027"/>
            </a:xfrm>
          </p:grpSpPr>
          <p:pic>
            <p:nvPicPr>
              <p:cNvPr id="975" name="Object 6">
                <a:extLst>
                  <a:ext uri="{FF2B5EF4-FFF2-40B4-BE49-F238E27FC236}">
                    <a16:creationId xmlns:a16="http://schemas.microsoft.com/office/drawing/2014/main" id="{A2772049-3F44-FF09-2235-3570EB5D1B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11909" y="3899277"/>
                <a:ext cx="4442234" cy="4282027"/>
              </a:xfrm>
              <a:prstGeom prst="rect">
                <a:avLst/>
              </a:prstGeom>
            </p:spPr>
          </p:pic>
        </p:grpSp>
        <p:grpSp>
          <p:nvGrpSpPr>
            <p:cNvPr id="976" name="그룹 1003">
              <a:extLst>
                <a:ext uri="{FF2B5EF4-FFF2-40B4-BE49-F238E27FC236}">
                  <a16:creationId xmlns:a16="http://schemas.microsoft.com/office/drawing/2014/main" id="{BCDF69A0-A5CF-F950-9F81-0B68A09ACCB2}"/>
                </a:ext>
              </a:extLst>
            </p:cNvPr>
            <p:cNvGrpSpPr/>
            <p:nvPr/>
          </p:nvGrpSpPr>
          <p:grpSpPr>
            <a:xfrm>
              <a:off x="7079618" y="3528473"/>
              <a:ext cx="4442234" cy="4282027"/>
              <a:chOff x="7084623" y="3899277"/>
              <a:chExt cx="4442234" cy="4282027"/>
            </a:xfrm>
          </p:grpSpPr>
          <p:pic>
            <p:nvPicPr>
              <p:cNvPr id="977" name="Object 9">
                <a:extLst>
                  <a:ext uri="{FF2B5EF4-FFF2-40B4-BE49-F238E27FC236}">
                    <a16:creationId xmlns:a16="http://schemas.microsoft.com/office/drawing/2014/main" id="{48D01CA3-846A-2E7E-DA74-5EBE9FB24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084623" y="3899277"/>
                <a:ext cx="4442234" cy="4282027"/>
              </a:xfrm>
              <a:prstGeom prst="rect">
                <a:avLst/>
              </a:prstGeom>
            </p:spPr>
          </p:pic>
        </p:grpSp>
        <p:grpSp>
          <p:nvGrpSpPr>
            <p:cNvPr id="978" name="그룹 1004">
              <a:extLst>
                <a:ext uri="{FF2B5EF4-FFF2-40B4-BE49-F238E27FC236}">
                  <a16:creationId xmlns:a16="http://schemas.microsoft.com/office/drawing/2014/main" id="{88AC7DA0-645A-B10C-5FE1-3522D458CA4B}"/>
                </a:ext>
              </a:extLst>
            </p:cNvPr>
            <p:cNvGrpSpPr/>
            <p:nvPr/>
          </p:nvGrpSpPr>
          <p:grpSpPr>
            <a:xfrm>
              <a:off x="12626566" y="3528473"/>
              <a:ext cx="4442234" cy="4282027"/>
              <a:chOff x="12631571" y="3899277"/>
              <a:chExt cx="4442234" cy="4282027"/>
            </a:xfrm>
          </p:grpSpPr>
          <p:pic>
            <p:nvPicPr>
              <p:cNvPr id="979" name="Object 12">
                <a:extLst>
                  <a:ext uri="{FF2B5EF4-FFF2-40B4-BE49-F238E27FC236}">
                    <a16:creationId xmlns:a16="http://schemas.microsoft.com/office/drawing/2014/main" id="{7D643BAB-B5AB-9CFD-333D-A42A89987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2631571" y="3899277"/>
                <a:ext cx="4442234" cy="4282027"/>
              </a:xfrm>
              <a:prstGeom prst="rect">
                <a:avLst/>
              </a:prstGeom>
            </p:spPr>
          </p:pic>
        </p:grpSp>
        <p:pic>
          <p:nvPicPr>
            <p:cNvPr id="980" name="Object 14">
              <a:extLst>
                <a:ext uri="{FF2B5EF4-FFF2-40B4-BE49-F238E27FC236}">
                  <a16:creationId xmlns:a16="http://schemas.microsoft.com/office/drawing/2014/main" id="{73C4BFD5-B551-A415-3258-28ED7C793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7683" y="3955075"/>
              <a:ext cx="3656370" cy="1668161"/>
            </a:xfrm>
            <a:prstGeom prst="rect">
              <a:avLst/>
            </a:prstGeom>
          </p:spPr>
        </p:pic>
        <p:pic>
          <p:nvPicPr>
            <p:cNvPr id="981" name="Object 15">
              <a:extLst>
                <a:ext uri="{FF2B5EF4-FFF2-40B4-BE49-F238E27FC236}">
                  <a16:creationId xmlns:a16="http://schemas.microsoft.com/office/drawing/2014/main" id="{4915432E-16CD-552F-A51F-6FB802087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8978" y="2824045"/>
              <a:ext cx="4491393" cy="819479"/>
            </a:xfrm>
            <a:prstGeom prst="rect">
              <a:avLst/>
            </a:prstGeom>
          </p:spPr>
        </p:pic>
        <p:pic>
          <p:nvPicPr>
            <p:cNvPr id="982" name="Object 16">
              <a:extLst>
                <a:ext uri="{FF2B5EF4-FFF2-40B4-BE49-F238E27FC236}">
                  <a16:creationId xmlns:a16="http://schemas.microsoft.com/office/drawing/2014/main" id="{8FF3B442-D71A-CA93-9E1A-FA7B0A3FD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1044" y="2824045"/>
              <a:ext cx="4488127" cy="819479"/>
            </a:xfrm>
            <a:prstGeom prst="rect">
              <a:avLst/>
            </a:prstGeom>
          </p:spPr>
        </p:pic>
        <p:pic>
          <p:nvPicPr>
            <p:cNvPr id="983" name="Object 17">
              <a:extLst>
                <a:ext uri="{FF2B5EF4-FFF2-40B4-BE49-F238E27FC236}">
                  <a16:creationId xmlns:a16="http://schemas.microsoft.com/office/drawing/2014/main" id="{E3C88B67-85CE-1894-F687-0319D7359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79398" y="2824043"/>
              <a:ext cx="3104717" cy="819479"/>
            </a:xfrm>
            <a:prstGeom prst="rect">
              <a:avLst/>
            </a:prstGeom>
          </p:spPr>
        </p:pic>
        <p:pic>
          <p:nvPicPr>
            <p:cNvPr id="984" name="Object 18">
              <a:extLst>
                <a:ext uri="{FF2B5EF4-FFF2-40B4-BE49-F238E27FC236}">
                  <a16:creationId xmlns:a16="http://schemas.microsoft.com/office/drawing/2014/main" id="{67BC00BB-885B-CEB6-DD0D-931F9D389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7682" y="6557749"/>
              <a:ext cx="3931911" cy="454273"/>
            </a:xfrm>
            <a:prstGeom prst="rect">
              <a:avLst/>
            </a:prstGeom>
          </p:spPr>
        </p:pic>
        <p:pic>
          <p:nvPicPr>
            <p:cNvPr id="985" name="Object 19">
              <a:extLst>
                <a:ext uri="{FF2B5EF4-FFF2-40B4-BE49-F238E27FC236}">
                  <a16:creationId xmlns:a16="http://schemas.microsoft.com/office/drawing/2014/main" id="{484381B7-8086-4C82-ECD7-CB6198D43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5491" y="6557747"/>
              <a:ext cx="3278168" cy="691377"/>
            </a:xfrm>
            <a:prstGeom prst="rect">
              <a:avLst/>
            </a:prstGeom>
          </p:spPr>
        </p:pic>
        <p:pic>
          <p:nvPicPr>
            <p:cNvPr id="986" name="Object 20">
              <a:extLst>
                <a:ext uri="{FF2B5EF4-FFF2-40B4-BE49-F238E27FC236}">
                  <a16:creationId xmlns:a16="http://schemas.microsoft.com/office/drawing/2014/main" id="{D2390DB6-3545-1735-8CF8-3CF459D06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86626" y="4188702"/>
              <a:ext cx="3656513" cy="1677379"/>
            </a:xfrm>
            <a:prstGeom prst="rect">
              <a:avLst/>
            </a:prstGeom>
          </p:spPr>
        </p:pic>
        <p:pic>
          <p:nvPicPr>
            <p:cNvPr id="987" name="Object 21">
              <a:extLst>
                <a:ext uri="{FF2B5EF4-FFF2-40B4-BE49-F238E27FC236}">
                  <a16:creationId xmlns:a16="http://schemas.microsoft.com/office/drawing/2014/main" id="{A9D16F6F-7741-DD13-E3FD-BD0637723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680140" y="3974122"/>
              <a:ext cx="3978562" cy="2648448"/>
            </a:xfrm>
            <a:prstGeom prst="rect">
              <a:avLst/>
            </a:prstGeom>
          </p:spPr>
        </p:pic>
        <p:pic>
          <p:nvPicPr>
            <p:cNvPr id="988" name="Object 22">
              <a:extLst>
                <a:ext uri="{FF2B5EF4-FFF2-40B4-BE49-F238E27FC236}">
                  <a16:creationId xmlns:a16="http://schemas.microsoft.com/office/drawing/2014/main" id="{7AE87FB6-0A06-7EAD-226E-40E551820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675367" y="6695442"/>
              <a:ext cx="3370692" cy="7257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16702643" y="1409348"/>
            <a:ext cx="2318160" cy="319226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70455" y="1757107"/>
            <a:ext cx="1648193" cy="772708"/>
          </a:xfrm>
          <a:prstGeom prst="rect">
            <a:avLst/>
          </a:prstGeom>
        </p:spPr>
      </p:pic>
      <p:pic>
        <p:nvPicPr>
          <p:cNvPr id="3" name="Object 1">
            <a:extLst>
              <a:ext uri="{FF2B5EF4-FFF2-40B4-BE49-F238E27FC236}">
                <a16:creationId xmlns:a16="http://schemas.microsoft.com/office/drawing/2014/main" id="{1D002D3B-9BE4-825C-6CD2-A9662ADEA53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575" y="0"/>
            <a:ext cx="6179063" cy="2466405"/>
          </a:xfrm>
          <a:prstGeom prst="rect">
            <a:avLst/>
          </a:prstGeom>
        </p:spPr>
      </p:pic>
      <p:grpSp>
        <p:nvGrpSpPr>
          <p:cNvPr id="4" name="그룹 1002">
            <a:extLst>
              <a:ext uri="{FF2B5EF4-FFF2-40B4-BE49-F238E27FC236}">
                <a16:creationId xmlns:a16="http://schemas.microsoft.com/office/drawing/2014/main" id="{CFC39AD3-9F59-0B64-7E31-CDD776EB5B66}"/>
              </a:ext>
            </a:extLst>
          </p:cNvPr>
          <p:cNvGrpSpPr/>
          <p:nvPr/>
        </p:nvGrpSpPr>
        <p:grpSpPr>
          <a:xfrm>
            <a:off x="7988778" y="3402629"/>
            <a:ext cx="2014251" cy="241710"/>
            <a:chOff x="7988778" y="3402629"/>
            <a:chExt cx="2014251" cy="241710"/>
          </a:xfrm>
        </p:grpSpPr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F5D4E44-4062-7671-7EB8-4FCE3B82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88778" y="3402629"/>
              <a:ext cx="2014251" cy="241710"/>
            </a:xfrm>
            <a:prstGeom prst="rect">
              <a:avLst/>
            </a:prstGeom>
          </p:spPr>
        </p:pic>
      </p:grpSp>
      <p:grpSp>
        <p:nvGrpSpPr>
          <p:cNvPr id="7" name="그룹 1003">
            <a:extLst>
              <a:ext uri="{FF2B5EF4-FFF2-40B4-BE49-F238E27FC236}">
                <a16:creationId xmlns:a16="http://schemas.microsoft.com/office/drawing/2014/main" id="{D9BCA2E3-B074-3FDE-945A-7E889773EAF6}"/>
              </a:ext>
            </a:extLst>
          </p:cNvPr>
          <p:cNvGrpSpPr/>
          <p:nvPr/>
        </p:nvGrpSpPr>
        <p:grpSpPr>
          <a:xfrm>
            <a:off x="601575" y="2518967"/>
            <a:ext cx="6504079" cy="2009034"/>
            <a:chOff x="601575" y="2518967"/>
            <a:chExt cx="6504079" cy="2009034"/>
          </a:xfrm>
        </p:grpSpPr>
        <p:grpSp>
          <p:nvGrpSpPr>
            <p:cNvPr id="8" name="그룹 1004">
              <a:extLst>
                <a:ext uri="{FF2B5EF4-FFF2-40B4-BE49-F238E27FC236}">
                  <a16:creationId xmlns:a16="http://schemas.microsoft.com/office/drawing/2014/main" id="{32953CD3-C418-73E5-E5FC-AF87370F2CBE}"/>
                </a:ext>
              </a:extLst>
            </p:cNvPr>
            <p:cNvGrpSpPr/>
            <p:nvPr/>
          </p:nvGrpSpPr>
          <p:grpSpPr>
            <a:xfrm>
              <a:off x="601575" y="2518967"/>
              <a:ext cx="6504079" cy="2009034"/>
              <a:chOff x="601575" y="2518967"/>
              <a:chExt cx="6504079" cy="2009034"/>
            </a:xfrm>
          </p:grpSpPr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B8A7C269-1F14-0A26-12DB-9B29C4437B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01575" y="2518967"/>
                <a:ext cx="6504079" cy="2009034"/>
              </a:xfrm>
              <a:prstGeom prst="rect">
                <a:avLst/>
              </a:prstGeom>
            </p:spPr>
          </p:pic>
        </p:grpSp>
        <p:pic>
          <p:nvPicPr>
            <p:cNvPr id="9" name="Object 12">
              <a:extLst>
                <a:ext uri="{FF2B5EF4-FFF2-40B4-BE49-F238E27FC236}">
                  <a16:creationId xmlns:a16="http://schemas.microsoft.com/office/drawing/2014/main" id="{8755F1D1-F734-E1B0-7F79-B07FB0EC1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5248" y="2772454"/>
              <a:ext cx="4688090" cy="1563537"/>
            </a:xfrm>
            <a:prstGeom prst="rect">
              <a:avLst/>
            </a:prstGeom>
          </p:spPr>
        </p:pic>
      </p:grpSp>
      <p:grpSp>
        <p:nvGrpSpPr>
          <p:cNvPr id="11" name="그룹 1005">
            <a:extLst>
              <a:ext uri="{FF2B5EF4-FFF2-40B4-BE49-F238E27FC236}">
                <a16:creationId xmlns:a16="http://schemas.microsoft.com/office/drawing/2014/main" id="{BF5F0069-38C2-DDBB-6D61-9856EDD29879}"/>
              </a:ext>
            </a:extLst>
          </p:cNvPr>
          <p:cNvGrpSpPr/>
          <p:nvPr/>
        </p:nvGrpSpPr>
        <p:grpSpPr>
          <a:xfrm>
            <a:off x="11004344" y="2518967"/>
            <a:ext cx="6504079" cy="2009034"/>
            <a:chOff x="11004344" y="2518967"/>
            <a:chExt cx="6504079" cy="2009034"/>
          </a:xfrm>
        </p:grpSpPr>
        <p:pic>
          <p:nvPicPr>
            <p:cNvPr id="12" name="Object 15">
              <a:extLst>
                <a:ext uri="{FF2B5EF4-FFF2-40B4-BE49-F238E27FC236}">
                  <a16:creationId xmlns:a16="http://schemas.microsoft.com/office/drawing/2014/main" id="{0E99EB49-8535-8192-B198-991855F1C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04344" y="2518967"/>
              <a:ext cx="6504079" cy="2009034"/>
            </a:xfrm>
            <a:prstGeom prst="rect">
              <a:avLst/>
            </a:prstGeom>
          </p:spPr>
        </p:pic>
      </p:grpSp>
      <p:pic>
        <p:nvPicPr>
          <p:cNvPr id="13" name="Object 17">
            <a:extLst>
              <a:ext uri="{FF2B5EF4-FFF2-40B4-BE49-F238E27FC236}">
                <a16:creationId xmlns:a16="http://schemas.microsoft.com/office/drawing/2014/main" id="{BA9B0E67-081A-269B-CD45-15F7FC3ADF7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297782" y="2772449"/>
            <a:ext cx="5414566" cy="1563537"/>
          </a:xfrm>
          <a:prstGeom prst="rect">
            <a:avLst/>
          </a:prstGeom>
        </p:spPr>
      </p:pic>
      <p:grpSp>
        <p:nvGrpSpPr>
          <p:cNvPr id="14" name="그룹 1006">
            <a:extLst>
              <a:ext uri="{FF2B5EF4-FFF2-40B4-BE49-F238E27FC236}">
                <a16:creationId xmlns:a16="http://schemas.microsoft.com/office/drawing/2014/main" id="{ED12EFB3-CCFB-DC3D-84D1-72100EBCADFE}"/>
              </a:ext>
            </a:extLst>
          </p:cNvPr>
          <p:cNvGrpSpPr/>
          <p:nvPr/>
        </p:nvGrpSpPr>
        <p:grpSpPr>
          <a:xfrm>
            <a:off x="601575" y="4980694"/>
            <a:ext cx="6504079" cy="2009034"/>
            <a:chOff x="601575" y="4980694"/>
            <a:chExt cx="6504079" cy="2009034"/>
          </a:xfrm>
        </p:grpSpPr>
        <p:grpSp>
          <p:nvGrpSpPr>
            <p:cNvPr id="15" name="그룹 1007">
              <a:extLst>
                <a:ext uri="{FF2B5EF4-FFF2-40B4-BE49-F238E27FC236}">
                  <a16:creationId xmlns:a16="http://schemas.microsoft.com/office/drawing/2014/main" id="{E8415536-95AF-D3A7-D42B-8DECA49496F1}"/>
                </a:ext>
              </a:extLst>
            </p:cNvPr>
            <p:cNvGrpSpPr/>
            <p:nvPr/>
          </p:nvGrpSpPr>
          <p:grpSpPr>
            <a:xfrm>
              <a:off x="601575" y="4980694"/>
              <a:ext cx="6504079" cy="2009034"/>
              <a:chOff x="601575" y="4980694"/>
              <a:chExt cx="6504079" cy="2009034"/>
            </a:xfrm>
          </p:grpSpPr>
          <p:pic>
            <p:nvPicPr>
              <p:cNvPr id="17" name="Object 20">
                <a:extLst>
                  <a:ext uri="{FF2B5EF4-FFF2-40B4-BE49-F238E27FC236}">
                    <a16:creationId xmlns:a16="http://schemas.microsoft.com/office/drawing/2014/main" id="{E1AC047B-FFF9-95AF-FAAA-D91659589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01575" y="4980694"/>
                <a:ext cx="6504079" cy="2009034"/>
              </a:xfrm>
              <a:prstGeom prst="rect">
                <a:avLst/>
              </a:prstGeom>
            </p:spPr>
          </p:pic>
        </p:grpSp>
        <p:pic>
          <p:nvPicPr>
            <p:cNvPr id="16" name="Object 22">
              <a:extLst>
                <a:ext uri="{FF2B5EF4-FFF2-40B4-BE49-F238E27FC236}">
                  <a16:creationId xmlns:a16="http://schemas.microsoft.com/office/drawing/2014/main" id="{4CDB7A31-1C66-94B4-C706-5B6F756F6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249" y="5234182"/>
              <a:ext cx="4485204" cy="1554014"/>
            </a:xfrm>
            <a:prstGeom prst="rect">
              <a:avLst/>
            </a:prstGeom>
          </p:spPr>
        </p:pic>
      </p:grpSp>
      <p:grpSp>
        <p:nvGrpSpPr>
          <p:cNvPr id="18" name="그룹 1008">
            <a:extLst>
              <a:ext uri="{FF2B5EF4-FFF2-40B4-BE49-F238E27FC236}">
                <a16:creationId xmlns:a16="http://schemas.microsoft.com/office/drawing/2014/main" id="{DA31EDCA-C485-7692-E4AD-11F0498BDF8D}"/>
              </a:ext>
            </a:extLst>
          </p:cNvPr>
          <p:cNvGrpSpPr/>
          <p:nvPr/>
        </p:nvGrpSpPr>
        <p:grpSpPr>
          <a:xfrm>
            <a:off x="7988778" y="5985211"/>
            <a:ext cx="2014251" cy="241710"/>
            <a:chOff x="7988778" y="5985211"/>
            <a:chExt cx="2014251" cy="241710"/>
          </a:xfrm>
        </p:grpSpPr>
        <p:pic>
          <p:nvPicPr>
            <p:cNvPr id="19" name="Object 25">
              <a:extLst>
                <a:ext uri="{FF2B5EF4-FFF2-40B4-BE49-F238E27FC236}">
                  <a16:creationId xmlns:a16="http://schemas.microsoft.com/office/drawing/2014/main" id="{5D0F8894-7653-EBCC-47D5-50DC029E1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88778" y="5985211"/>
              <a:ext cx="2014251" cy="241710"/>
            </a:xfrm>
            <a:prstGeom prst="rect">
              <a:avLst/>
            </a:prstGeom>
          </p:spPr>
        </p:pic>
      </p:grpSp>
      <p:grpSp>
        <p:nvGrpSpPr>
          <p:cNvPr id="20" name="그룹 1009">
            <a:extLst>
              <a:ext uri="{FF2B5EF4-FFF2-40B4-BE49-F238E27FC236}">
                <a16:creationId xmlns:a16="http://schemas.microsoft.com/office/drawing/2014/main" id="{A19CD180-43F1-872D-1FF0-3800980B9890}"/>
              </a:ext>
            </a:extLst>
          </p:cNvPr>
          <p:cNvGrpSpPr/>
          <p:nvPr/>
        </p:nvGrpSpPr>
        <p:grpSpPr>
          <a:xfrm>
            <a:off x="11004344" y="5101549"/>
            <a:ext cx="6504079" cy="2009034"/>
            <a:chOff x="11004344" y="5101549"/>
            <a:chExt cx="6504079" cy="2009034"/>
          </a:xfrm>
        </p:grpSpPr>
        <p:pic>
          <p:nvPicPr>
            <p:cNvPr id="22" name="Object 28">
              <a:extLst>
                <a:ext uri="{FF2B5EF4-FFF2-40B4-BE49-F238E27FC236}">
                  <a16:creationId xmlns:a16="http://schemas.microsoft.com/office/drawing/2014/main" id="{0B74C90B-028A-9200-BFF8-E507401B8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004344" y="5101549"/>
              <a:ext cx="6504079" cy="2009034"/>
            </a:xfrm>
            <a:prstGeom prst="rect">
              <a:avLst/>
            </a:prstGeom>
          </p:spPr>
        </p:pic>
      </p:grpSp>
      <p:pic>
        <p:nvPicPr>
          <p:cNvPr id="23" name="Object 30">
            <a:extLst>
              <a:ext uri="{FF2B5EF4-FFF2-40B4-BE49-F238E27FC236}">
                <a16:creationId xmlns:a16="http://schemas.microsoft.com/office/drawing/2014/main" id="{D1A6340C-DB64-E574-88A1-513436C38798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337988" y="5422739"/>
            <a:ext cx="5734680" cy="1554004"/>
          </a:xfrm>
          <a:prstGeom prst="rect">
            <a:avLst/>
          </a:prstGeom>
        </p:spPr>
      </p:pic>
      <p:grpSp>
        <p:nvGrpSpPr>
          <p:cNvPr id="24" name="그룹 1010">
            <a:extLst>
              <a:ext uri="{FF2B5EF4-FFF2-40B4-BE49-F238E27FC236}">
                <a16:creationId xmlns:a16="http://schemas.microsoft.com/office/drawing/2014/main" id="{210F673F-A751-C63F-2420-6C957F60CE10}"/>
              </a:ext>
            </a:extLst>
          </p:cNvPr>
          <p:cNvGrpSpPr/>
          <p:nvPr/>
        </p:nvGrpSpPr>
        <p:grpSpPr>
          <a:xfrm>
            <a:off x="601575" y="7563333"/>
            <a:ext cx="6504079" cy="2009034"/>
            <a:chOff x="601575" y="7563333"/>
            <a:chExt cx="6504079" cy="2009034"/>
          </a:xfrm>
        </p:grpSpPr>
        <p:grpSp>
          <p:nvGrpSpPr>
            <p:cNvPr id="25" name="그룹 1011">
              <a:extLst>
                <a:ext uri="{FF2B5EF4-FFF2-40B4-BE49-F238E27FC236}">
                  <a16:creationId xmlns:a16="http://schemas.microsoft.com/office/drawing/2014/main" id="{FC18B52D-57F9-CBD7-3E87-8A0C95293502}"/>
                </a:ext>
              </a:extLst>
            </p:cNvPr>
            <p:cNvGrpSpPr/>
            <p:nvPr/>
          </p:nvGrpSpPr>
          <p:grpSpPr>
            <a:xfrm>
              <a:off x="601575" y="7563333"/>
              <a:ext cx="6504079" cy="2009034"/>
              <a:chOff x="601575" y="7563333"/>
              <a:chExt cx="6504079" cy="2009034"/>
            </a:xfrm>
          </p:grpSpPr>
          <p:pic>
            <p:nvPicPr>
              <p:cNvPr id="27" name="Object 33">
                <a:extLst>
                  <a:ext uri="{FF2B5EF4-FFF2-40B4-BE49-F238E27FC236}">
                    <a16:creationId xmlns:a16="http://schemas.microsoft.com/office/drawing/2014/main" id="{0C4F685C-90D8-E689-5FD1-AC813AC778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01575" y="7563333"/>
                <a:ext cx="6504079" cy="2009034"/>
              </a:xfrm>
              <a:prstGeom prst="rect">
                <a:avLst/>
              </a:prstGeom>
            </p:spPr>
          </p:pic>
        </p:grpSp>
        <p:pic>
          <p:nvPicPr>
            <p:cNvPr id="26" name="Object 35">
              <a:extLst>
                <a:ext uri="{FF2B5EF4-FFF2-40B4-BE49-F238E27FC236}">
                  <a16:creationId xmlns:a16="http://schemas.microsoft.com/office/drawing/2014/main" id="{CE248931-6888-D6A7-0282-37FE2DBDD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249" y="7816820"/>
              <a:ext cx="3713099" cy="1554014"/>
            </a:xfrm>
            <a:prstGeom prst="rect">
              <a:avLst/>
            </a:prstGeom>
          </p:spPr>
        </p:pic>
      </p:grpSp>
      <p:grpSp>
        <p:nvGrpSpPr>
          <p:cNvPr id="28" name="그룹 1012">
            <a:extLst>
              <a:ext uri="{FF2B5EF4-FFF2-40B4-BE49-F238E27FC236}">
                <a16:creationId xmlns:a16="http://schemas.microsoft.com/office/drawing/2014/main" id="{415BE7D6-5D9A-F150-9802-330F27107247}"/>
              </a:ext>
            </a:extLst>
          </p:cNvPr>
          <p:cNvGrpSpPr/>
          <p:nvPr/>
        </p:nvGrpSpPr>
        <p:grpSpPr>
          <a:xfrm>
            <a:off x="7988778" y="8257293"/>
            <a:ext cx="2014251" cy="241710"/>
            <a:chOff x="7988778" y="8257293"/>
            <a:chExt cx="2014251" cy="241710"/>
          </a:xfrm>
        </p:grpSpPr>
        <p:pic>
          <p:nvPicPr>
            <p:cNvPr id="29" name="Object 38">
              <a:extLst>
                <a:ext uri="{FF2B5EF4-FFF2-40B4-BE49-F238E27FC236}">
                  <a16:creationId xmlns:a16="http://schemas.microsoft.com/office/drawing/2014/main" id="{08906D4A-29AD-5076-3461-701FA5737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88778" y="8257293"/>
              <a:ext cx="2014251" cy="241710"/>
            </a:xfrm>
            <a:prstGeom prst="rect">
              <a:avLst/>
            </a:prstGeom>
          </p:spPr>
        </p:pic>
      </p:grpSp>
      <p:grpSp>
        <p:nvGrpSpPr>
          <p:cNvPr id="30" name="그룹 1013">
            <a:extLst>
              <a:ext uri="{FF2B5EF4-FFF2-40B4-BE49-F238E27FC236}">
                <a16:creationId xmlns:a16="http://schemas.microsoft.com/office/drawing/2014/main" id="{E1FCBC10-020F-A2A4-89BD-0FA89C46C57E}"/>
              </a:ext>
            </a:extLst>
          </p:cNvPr>
          <p:cNvGrpSpPr/>
          <p:nvPr/>
        </p:nvGrpSpPr>
        <p:grpSpPr>
          <a:xfrm>
            <a:off x="11037091" y="7563333"/>
            <a:ext cx="6504079" cy="2009034"/>
            <a:chOff x="11037091" y="7563333"/>
            <a:chExt cx="6504079" cy="2009034"/>
          </a:xfrm>
        </p:grpSpPr>
        <p:grpSp>
          <p:nvGrpSpPr>
            <p:cNvPr id="31" name="그룹 1014">
              <a:extLst>
                <a:ext uri="{FF2B5EF4-FFF2-40B4-BE49-F238E27FC236}">
                  <a16:creationId xmlns:a16="http://schemas.microsoft.com/office/drawing/2014/main" id="{9FE7C69A-790A-8B32-B593-2E6A7A2A6ED7}"/>
                </a:ext>
              </a:extLst>
            </p:cNvPr>
            <p:cNvGrpSpPr/>
            <p:nvPr/>
          </p:nvGrpSpPr>
          <p:grpSpPr>
            <a:xfrm>
              <a:off x="11037091" y="7563333"/>
              <a:ext cx="6504079" cy="2009034"/>
              <a:chOff x="11037091" y="7563333"/>
              <a:chExt cx="6504079" cy="2009034"/>
            </a:xfrm>
          </p:grpSpPr>
          <p:pic>
            <p:nvPicPr>
              <p:cNvPr id="33" name="Object 42">
                <a:extLst>
                  <a:ext uri="{FF2B5EF4-FFF2-40B4-BE49-F238E27FC236}">
                    <a16:creationId xmlns:a16="http://schemas.microsoft.com/office/drawing/2014/main" id="{A557F245-A9F2-9288-8FE6-C3D928851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37091" y="7563333"/>
                <a:ext cx="6504079" cy="2009034"/>
              </a:xfrm>
              <a:prstGeom prst="rect">
                <a:avLst/>
              </a:prstGeom>
            </p:spPr>
          </p:pic>
        </p:grpSp>
        <p:pic>
          <p:nvPicPr>
            <p:cNvPr id="32" name="Object 44">
              <a:extLst>
                <a:ext uri="{FF2B5EF4-FFF2-40B4-BE49-F238E27FC236}">
                  <a16:creationId xmlns:a16="http://schemas.microsoft.com/office/drawing/2014/main" id="{9278B6E8-8880-E145-26B8-CEA613028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70735" y="7816820"/>
              <a:ext cx="4562109" cy="1592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521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1002">
            <a:extLst>
              <a:ext uri="{FF2B5EF4-FFF2-40B4-BE49-F238E27FC236}">
                <a16:creationId xmlns:a16="http://schemas.microsoft.com/office/drawing/2014/main" id="{179F9418-DFE9-4F39-A189-98EC5B912E6C}"/>
              </a:ext>
            </a:extLst>
          </p:cNvPr>
          <p:cNvGrpSpPr/>
          <p:nvPr/>
        </p:nvGrpSpPr>
        <p:grpSpPr>
          <a:xfrm>
            <a:off x="9115214" y="7159248"/>
            <a:ext cx="10144445" cy="2221685"/>
            <a:chOff x="9115214" y="7159248"/>
            <a:chExt cx="10144445" cy="2221685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76740092-912E-4E79-9F1D-BF29D9C65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5214" y="7159248"/>
              <a:ext cx="10144445" cy="2221685"/>
            </a:xfrm>
            <a:prstGeom prst="rect">
              <a:avLst/>
            </a:prstGeom>
          </p:spPr>
        </p:pic>
      </p:grpSp>
      <p:grpSp>
        <p:nvGrpSpPr>
          <p:cNvPr id="8" name="그룹 1003">
            <a:extLst>
              <a:ext uri="{FF2B5EF4-FFF2-40B4-BE49-F238E27FC236}">
                <a16:creationId xmlns:a16="http://schemas.microsoft.com/office/drawing/2014/main" id="{32601B44-E2F5-42FD-A284-AA306DE2AFF4}"/>
              </a:ext>
            </a:extLst>
          </p:cNvPr>
          <p:cNvGrpSpPr/>
          <p:nvPr/>
        </p:nvGrpSpPr>
        <p:grpSpPr>
          <a:xfrm>
            <a:off x="9115214" y="4476279"/>
            <a:ext cx="10144445" cy="2221685"/>
            <a:chOff x="9115214" y="4476279"/>
            <a:chExt cx="10144445" cy="2221685"/>
          </a:xfrm>
        </p:grpSpPr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41C29052-0D19-4452-BAEB-09830DF9D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5214" y="4476279"/>
              <a:ext cx="10144445" cy="2221685"/>
            </a:xfrm>
            <a:prstGeom prst="rect">
              <a:avLst/>
            </a:prstGeom>
          </p:spPr>
        </p:pic>
      </p:grpSp>
      <p:grpSp>
        <p:nvGrpSpPr>
          <p:cNvPr id="10" name="그룹 1004">
            <a:extLst>
              <a:ext uri="{FF2B5EF4-FFF2-40B4-BE49-F238E27FC236}">
                <a16:creationId xmlns:a16="http://schemas.microsoft.com/office/drawing/2014/main" id="{7A2D7181-8393-41B6-820C-AB53EEED79FA}"/>
              </a:ext>
            </a:extLst>
          </p:cNvPr>
          <p:cNvGrpSpPr/>
          <p:nvPr/>
        </p:nvGrpSpPr>
        <p:grpSpPr>
          <a:xfrm>
            <a:off x="284778" y="248873"/>
            <a:ext cx="6849515" cy="9687664"/>
            <a:chOff x="310569" y="299025"/>
            <a:chExt cx="6849515" cy="9687664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46CF8C0C-94D8-4381-BA3D-563626E1A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569" y="299025"/>
              <a:ext cx="6849515" cy="9687664"/>
            </a:xfrm>
            <a:prstGeom prst="rect">
              <a:avLst/>
            </a:prstGeom>
          </p:spPr>
        </p:pic>
      </p:grpSp>
      <p:grpSp>
        <p:nvGrpSpPr>
          <p:cNvPr id="12" name="그룹 1005">
            <a:extLst>
              <a:ext uri="{FF2B5EF4-FFF2-40B4-BE49-F238E27FC236}">
                <a16:creationId xmlns:a16="http://schemas.microsoft.com/office/drawing/2014/main" id="{07B3C5D3-8CFC-46B7-9529-6F6BCD31F4DF}"/>
              </a:ext>
            </a:extLst>
          </p:cNvPr>
          <p:cNvGrpSpPr/>
          <p:nvPr/>
        </p:nvGrpSpPr>
        <p:grpSpPr>
          <a:xfrm>
            <a:off x="7350560" y="4354201"/>
            <a:ext cx="1839916" cy="1577311"/>
            <a:chOff x="7350560" y="4354201"/>
            <a:chExt cx="1839916" cy="1577311"/>
          </a:xfrm>
        </p:grpSpPr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EF7B89EE-F6B6-40E7-B028-70FF1747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0560" y="4354201"/>
              <a:ext cx="1839916" cy="1577311"/>
            </a:xfrm>
            <a:prstGeom prst="rect">
              <a:avLst/>
            </a:prstGeom>
          </p:spPr>
        </p:pic>
      </p:grpSp>
      <p:pic>
        <p:nvPicPr>
          <p:cNvPr id="14" name="Object 16">
            <a:extLst>
              <a:ext uri="{FF2B5EF4-FFF2-40B4-BE49-F238E27FC236}">
                <a16:creationId xmlns:a16="http://schemas.microsoft.com/office/drawing/2014/main" id="{17E98F88-C30B-4997-B95F-D989378230C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92829" y="229092"/>
            <a:ext cx="6297180" cy="1518876"/>
          </a:xfrm>
          <a:prstGeom prst="rect">
            <a:avLst/>
          </a:prstGeom>
        </p:spPr>
      </p:pic>
      <p:grpSp>
        <p:nvGrpSpPr>
          <p:cNvPr id="15" name="그룹 1006">
            <a:extLst>
              <a:ext uri="{FF2B5EF4-FFF2-40B4-BE49-F238E27FC236}">
                <a16:creationId xmlns:a16="http://schemas.microsoft.com/office/drawing/2014/main" id="{CA3E4720-79F1-44EB-A40A-F4F87037D97D}"/>
              </a:ext>
            </a:extLst>
          </p:cNvPr>
          <p:cNvGrpSpPr/>
          <p:nvPr/>
        </p:nvGrpSpPr>
        <p:grpSpPr>
          <a:xfrm>
            <a:off x="9142857" y="4519757"/>
            <a:ext cx="2134728" cy="2134728"/>
            <a:chOff x="9142857" y="4519757"/>
            <a:chExt cx="2134728" cy="2134728"/>
          </a:xfrm>
        </p:grpSpPr>
        <p:pic>
          <p:nvPicPr>
            <p:cNvPr id="16" name="Object 18">
              <a:extLst>
                <a:ext uri="{FF2B5EF4-FFF2-40B4-BE49-F238E27FC236}">
                  <a16:creationId xmlns:a16="http://schemas.microsoft.com/office/drawing/2014/main" id="{6F99B968-139F-426C-B6FD-C8EF82E62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2857" y="4519757"/>
              <a:ext cx="2134728" cy="2134728"/>
            </a:xfrm>
            <a:prstGeom prst="rect">
              <a:avLst/>
            </a:prstGeom>
          </p:spPr>
        </p:pic>
      </p:grpSp>
      <p:grpSp>
        <p:nvGrpSpPr>
          <p:cNvPr id="17" name="그룹 1007">
            <a:extLst>
              <a:ext uri="{FF2B5EF4-FFF2-40B4-BE49-F238E27FC236}">
                <a16:creationId xmlns:a16="http://schemas.microsoft.com/office/drawing/2014/main" id="{6C97E52E-AFAA-405C-BA4E-52D781035968}"/>
              </a:ext>
            </a:extLst>
          </p:cNvPr>
          <p:cNvGrpSpPr/>
          <p:nvPr/>
        </p:nvGrpSpPr>
        <p:grpSpPr>
          <a:xfrm>
            <a:off x="9142857" y="1835019"/>
            <a:ext cx="10144445" cy="2221685"/>
            <a:chOff x="9142857" y="1835019"/>
            <a:chExt cx="10144445" cy="2221685"/>
          </a:xfrm>
        </p:grpSpPr>
        <p:pic>
          <p:nvPicPr>
            <p:cNvPr id="18" name="Object 21">
              <a:extLst>
                <a:ext uri="{FF2B5EF4-FFF2-40B4-BE49-F238E27FC236}">
                  <a16:creationId xmlns:a16="http://schemas.microsoft.com/office/drawing/2014/main" id="{6F63DC4A-43DB-4150-9EAB-76F09F664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2857" y="1835019"/>
              <a:ext cx="10144445" cy="2221685"/>
            </a:xfrm>
            <a:prstGeom prst="rect">
              <a:avLst/>
            </a:prstGeom>
          </p:spPr>
        </p:pic>
      </p:grpSp>
      <p:grpSp>
        <p:nvGrpSpPr>
          <p:cNvPr id="19" name="그룹 1008">
            <a:extLst>
              <a:ext uri="{FF2B5EF4-FFF2-40B4-BE49-F238E27FC236}">
                <a16:creationId xmlns:a16="http://schemas.microsoft.com/office/drawing/2014/main" id="{9410B55E-880A-4E10-9F98-1C8B79DCC5A7}"/>
              </a:ext>
            </a:extLst>
          </p:cNvPr>
          <p:cNvGrpSpPr/>
          <p:nvPr/>
        </p:nvGrpSpPr>
        <p:grpSpPr>
          <a:xfrm>
            <a:off x="9142857" y="1877151"/>
            <a:ext cx="2179553" cy="2179553"/>
            <a:chOff x="9142857" y="1877151"/>
            <a:chExt cx="2179553" cy="2179553"/>
          </a:xfrm>
        </p:grpSpPr>
        <p:pic>
          <p:nvPicPr>
            <p:cNvPr id="20" name="Object 24">
              <a:extLst>
                <a:ext uri="{FF2B5EF4-FFF2-40B4-BE49-F238E27FC236}">
                  <a16:creationId xmlns:a16="http://schemas.microsoft.com/office/drawing/2014/main" id="{7A049194-88C1-4F97-BE29-BA8D99B05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857" y="1877151"/>
              <a:ext cx="2179553" cy="2179553"/>
            </a:xfrm>
            <a:prstGeom prst="rect">
              <a:avLst/>
            </a:prstGeom>
          </p:spPr>
        </p:pic>
      </p:grpSp>
      <p:grpSp>
        <p:nvGrpSpPr>
          <p:cNvPr id="21" name="그룹 1009">
            <a:extLst>
              <a:ext uri="{FF2B5EF4-FFF2-40B4-BE49-F238E27FC236}">
                <a16:creationId xmlns:a16="http://schemas.microsoft.com/office/drawing/2014/main" id="{6FED8BCD-4C74-4B43-82CF-D8F23CB35A4D}"/>
              </a:ext>
            </a:extLst>
          </p:cNvPr>
          <p:cNvGrpSpPr/>
          <p:nvPr/>
        </p:nvGrpSpPr>
        <p:grpSpPr>
          <a:xfrm>
            <a:off x="9142857" y="7159248"/>
            <a:ext cx="2134728" cy="2134728"/>
            <a:chOff x="9142857" y="7159248"/>
            <a:chExt cx="2134728" cy="2134728"/>
          </a:xfrm>
        </p:grpSpPr>
        <p:pic>
          <p:nvPicPr>
            <p:cNvPr id="23" name="Object 27">
              <a:extLst>
                <a:ext uri="{FF2B5EF4-FFF2-40B4-BE49-F238E27FC236}">
                  <a16:creationId xmlns:a16="http://schemas.microsoft.com/office/drawing/2014/main" id="{C35B2B9A-EE53-4E01-B9B1-179D818AD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2857" y="7159248"/>
              <a:ext cx="2134728" cy="2134728"/>
            </a:xfrm>
            <a:prstGeom prst="rect">
              <a:avLst/>
            </a:prstGeom>
          </p:spPr>
        </p:pic>
      </p:grpSp>
      <p:pic>
        <p:nvPicPr>
          <p:cNvPr id="24" name="Object 29">
            <a:extLst>
              <a:ext uri="{FF2B5EF4-FFF2-40B4-BE49-F238E27FC236}">
                <a16:creationId xmlns:a16="http://schemas.microsoft.com/office/drawing/2014/main" id="{E6BBC00A-2365-4820-9CA2-71534E36D02D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257650" y="2588685"/>
            <a:ext cx="7083318" cy="1268318"/>
          </a:xfrm>
          <a:prstGeom prst="rect">
            <a:avLst/>
          </a:prstGeom>
        </p:spPr>
      </p:pic>
      <p:pic>
        <p:nvPicPr>
          <p:cNvPr id="25" name="Object 30">
            <a:extLst>
              <a:ext uri="{FF2B5EF4-FFF2-40B4-BE49-F238E27FC236}">
                <a16:creationId xmlns:a16="http://schemas.microsoft.com/office/drawing/2014/main" id="{30740F19-9237-4DFE-AD3A-09D99FA6AB71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116763" y="5192383"/>
            <a:ext cx="5527413" cy="1268318"/>
          </a:xfrm>
          <a:prstGeom prst="rect">
            <a:avLst/>
          </a:prstGeom>
        </p:spPr>
      </p:pic>
      <p:pic>
        <p:nvPicPr>
          <p:cNvPr id="26" name="Object 31">
            <a:extLst>
              <a:ext uri="{FF2B5EF4-FFF2-40B4-BE49-F238E27FC236}">
                <a16:creationId xmlns:a16="http://schemas.microsoft.com/office/drawing/2014/main" id="{94823C7F-F812-43ED-A7B8-5801403219E5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978639" y="7963327"/>
            <a:ext cx="5692594" cy="1296889"/>
          </a:xfrm>
          <a:prstGeom prst="rect">
            <a:avLst/>
          </a:prstGeom>
        </p:spPr>
      </p:pic>
      <p:pic>
        <p:nvPicPr>
          <p:cNvPr id="27" name="Object 32">
            <a:extLst>
              <a:ext uri="{FF2B5EF4-FFF2-40B4-BE49-F238E27FC236}">
                <a16:creationId xmlns:a16="http://schemas.microsoft.com/office/drawing/2014/main" id="{7DA31864-FD54-4FFD-86BB-AF12A2F2D863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3979820" y="1770259"/>
            <a:ext cx="910127" cy="744089"/>
          </a:xfrm>
          <a:prstGeom prst="rect">
            <a:avLst/>
          </a:prstGeom>
        </p:spPr>
      </p:pic>
      <p:pic>
        <p:nvPicPr>
          <p:cNvPr id="28" name="Object 33">
            <a:extLst>
              <a:ext uri="{FF2B5EF4-FFF2-40B4-BE49-F238E27FC236}">
                <a16:creationId xmlns:a16="http://schemas.microsoft.com/office/drawing/2014/main" id="{DAA21FB9-CC21-4100-839A-14741713245F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496815" y="4431256"/>
            <a:ext cx="1738299" cy="763137"/>
          </a:xfrm>
          <a:prstGeom prst="rect">
            <a:avLst/>
          </a:prstGeom>
        </p:spPr>
      </p:pic>
      <p:pic>
        <p:nvPicPr>
          <p:cNvPr id="29" name="Object 34">
            <a:extLst>
              <a:ext uri="{FF2B5EF4-FFF2-40B4-BE49-F238E27FC236}">
                <a16:creationId xmlns:a16="http://schemas.microsoft.com/office/drawing/2014/main" id="{8A832CEF-CA44-425C-BE3A-076F591E5F1F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520624" y="7165916"/>
            <a:ext cx="1529908" cy="7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2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70455" y="1757107"/>
            <a:ext cx="1648193" cy="772708"/>
          </a:xfrm>
          <a:prstGeom prst="rect">
            <a:avLst/>
          </a:prstGeom>
        </p:spPr>
      </p:pic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15A5FA6C-7FD5-07D8-E8D4-A16D76865FF4}"/>
              </a:ext>
            </a:extLst>
          </p:cNvPr>
          <p:cNvGrpSpPr/>
          <p:nvPr/>
        </p:nvGrpSpPr>
        <p:grpSpPr>
          <a:xfrm>
            <a:off x="0" y="413081"/>
            <a:ext cx="5700524" cy="2175559"/>
            <a:chOff x="0" y="413081"/>
            <a:chExt cx="5700524" cy="2175559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30E69D42-2CFF-31D7-9FA3-84D35525C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13081"/>
              <a:ext cx="5700524" cy="2175559"/>
            </a:xfrm>
            <a:prstGeom prst="rect">
              <a:avLst/>
            </a:prstGeom>
          </p:spPr>
        </p:pic>
      </p:grpSp>
      <p:pic>
        <p:nvPicPr>
          <p:cNvPr id="18" name="Object 4">
            <a:extLst>
              <a:ext uri="{FF2B5EF4-FFF2-40B4-BE49-F238E27FC236}">
                <a16:creationId xmlns:a16="http://schemas.microsoft.com/office/drawing/2014/main" id="{0D3D4226-A491-2ABF-C0DD-01CA042EBF0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39183" y="3168421"/>
            <a:ext cx="7174289" cy="1353612"/>
          </a:xfrm>
          <a:prstGeom prst="rect">
            <a:avLst/>
          </a:prstGeom>
        </p:spPr>
      </p:pic>
      <p:pic>
        <p:nvPicPr>
          <p:cNvPr id="19" name="Object 6">
            <a:extLst>
              <a:ext uri="{FF2B5EF4-FFF2-40B4-BE49-F238E27FC236}">
                <a16:creationId xmlns:a16="http://schemas.microsoft.com/office/drawing/2014/main" id="{C20DDB12-4B5C-C66F-50F6-1B1CE4B8766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4880" y="129060"/>
            <a:ext cx="3611825" cy="2521739"/>
          </a:xfrm>
          <a:prstGeom prst="rect">
            <a:avLst/>
          </a:prstGeom>
        </p:spPr>
      </p:pic>
      <p:grpSp>
        <p:nvGrpSpPr>
          <p:cNvPr id="20" name="그룹 1002">
            <a:extLst>
              <a:ext uri="{FF2B5EF4-FFF2-40B4-BE49-F238E27FC236}">
                <a16:creationId xmlns:a16="http://schemas.microsoft.com/office/drawing/2014/main" id="{90C04B53-5C30-746E-A10E-575A095E9324}"/>
              </a:ext>
            </a:extLst>
          </p:cNvPr>
          <p:cNvGrpSpPr/>
          <p:nvPr/>
        </p:nvGrpSpPr>
        <p:grpSpPr>
          <a:xfrm>
            <a:off x="5259897" y="4402286"/>
            <a:ext cx="8538357" cy="740571"/>
            <a:chOff x="5259897" y="4402286"/>
            <a:chExt cx="8538357" cy="740571"/>
          </a:xfrm>
        </p:grpSpPr>
        <p:pic>
          <p:nvPicPr>
            <p:cNvPr id="22" name="Object 8">
              <a:extLst>
                <a:ext uri="{FF2B5EF4-FFF2-40B4-BE49-F238E27FC236}">
                  <a16:creationId xmlns:a16="http://schemas.microsoft.com/office/drawing/2014/main" id="{A94F430F-9794-0A8F-935A-0E4EEA8F3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9897" y="4402286"/>
              <a:ext cx="8538357" cy="740571"/>
            </a:xfrm>
            <a:prstGeom prst="rect">
              <a:avLst/>
            </a:prstGeom>
          </p:spPr>
        </p:pic>
      </p:grpSp>
      <p:grpSp>
        <p:nvGrpSpPr>
          <p:cNvPr id="23" name="그룹 1003">
            <a:extLst>
              <a:ext uri="{FF2B5EF4-FFF2-40B4-BE49-F238E27FC236}">
                <a16:creationId xmlns:a16="http://schemas.microsoft.com/office/drawing/2014/main" id="{5B0A3F7B-6943-8BA7-3B3E-DACD7EB489F4}"/>
              </a:ext>
            </a:extLst>
          </p:cNvPr>
          <p:cNvGrpSpPr/>
          <p:nvPr/>
        </p:nvGrpSpPr>
        <p:grpSpPr>
          <a:xfrm>
            <a:off x="5218589" y="5819043"/>
            <a:ext cx="8454389" cy="740571"/>
            <a:chOff x="5218589" y="5819043"/>
            <a:chExt cx="8454389" cy="740571"/>
          </a:xfrm>
        </p:grpSpPr>
        <p:pic>
          <p:nvPicPr>
            <p:cNvPr id="24" name="Object 11">
              <a:extLst>
                <a:ext uri="{FF2B5EF4-FFF2-40B4-BE49-F238E27FC236}">
                  <a16:creationId xmlns:a16="http://schemas.microsoft.com/office/drawing/2014/main" id="{88FCF673-A1A1-55F7-971B-A65D87C78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10800000">
              <a:off x="5218589" y="5819043"/>
              <a:ext cx="8454389" cy="740571"/>
            </a:xfrm>
            <a:prstGeom prst="rect">
              <a:avLst/>
            </a:prstGeom>
          </p:spPr>
        </p:pic>
      </p:grpSp>
      <p:pic>
        <p:nvPicPr>
          <p:cNvPr id="25" name="Object 13">
            <a:extLst>
              <a:ext uri="{FF2B5EF4-FFF2-40B4-BE49-F238E27FC236}">
                <a16:creationId xmlns:a16="http://schemas.microsoft.com/office/drawing/2014/main" id="{C27C72AD-49F8-D642-E4E5-02A3F739D7A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631954" y="6380887"/>
            <a:ext cx="6228841" cy="1353612"/>
          </a:xfrm>
          <a:prstGeom prst="rect">
            <a:avLst/>
          </a:prstGeom>
        </p:spPr>
      </p:pic>
      <p:grpSp>
        <p:nvGrpSpPr>
          <p:cNvPr id="26" name="그룹 1004">
            <a:extLst>
              <a:ext uri="{FF2B5EF4-FFF2-40B4-BE49-F238E27FC236}">
                <a16:creationId xmlns:a16="http://schemas.microsoft.com/office/drawing/2014/main" id="{B4E51F0D-4055-6B31-C842-2D0C232F98CE}"/>
              </a:ext>
            </a:extLst>
          </p:cNvPr>
          <p:cNvGrpSpPr/>
          <p:nvPr/>
        </p:nvGrpSpPr>
        <p:grpSpPr>
          <a:xfrm>
            <a:off x="1547607" y="3238106"/>
            <a:ext cx="2605311" cy="5216952"/>
            <a:chOff x="1547607" y="3238106"/>
            <a:chExt cx="2605311" cy="5216952"/>
          </a:xfrm>
        </p:grpSpPr>
        <p:pic>
          <p:nvPicPr>
            <p:cNvPr id="27" name="Object 15">
              <a:extLst>
                <a:ext uri="{FF2B5EF4-FFF2-40B4-BE49-F238E27FC236}">
                  <a16:creationId xmlns:a16="http://schemas.microsoft.com/office/drawing/2014/main" id="{5388E734-3252-70FF-9B3C-32E5398F0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7607" y="3238106"/>
              <a:ext cx="2605311" cy="5216952"/>
            </a:xfrm>
            <a:prstGeom prst="rect">
              <a:avLst/>
            </a:prstGeom>
          </p:spPr>
        </p:pic>
      </p:grpSp>
      <p:grpSp>
        <p:nvGrpSpPr>
          <p:cNvPr id="28" name="그룹 1005">
            <a:extLst>
              <a:ext uri="{FF2B5EF4-FFF2-40B4-BE49-F238E27FC236}">
                <a16:creationId xmlns:a16="http://schemas.microsoft.com/office/drawing/2014/main" id="{F6CC41E6-2055-1F9D-9364-A16ABA09447E}"/>
              </a:ext>
            </a:extLst>
          </p:cNvPr>
          <p:cNvGrpSpPr/>
          <p:nvPr/>
        </p:nvGrpSpPr>
        <p:grpSpPr>
          <a:xfrm>
            <a:off x="13839562" y="2905443"/>
            <a:ext cx="4805698" cy="4805698"/>
            <a:chOff x="13839562" y="2905443"/>
            <a:chExt cx="4805698" cy="4805698"/>
          </a:xfrm>
        </p:grpSpPr>
        <p:pic>
          <p:nvPicPr>
            <p:cNvPr id="29" name="Object 18">
              <a:extLst>
                <a:ext uri="{FF2B5EF4-FFF2-40B4-BE49-F238E27FC236}">
                  <a16:creationId xmlns:a16="http://schemas.microsoft.com/office/drawing/2014/main" id="{21A964F8-D7B2-3BDC-2861-F1142C7B1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39562" y="2905443"/>
              <a:ext cx="4805698" cy="48056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369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16702643" y="1409348"/>
            <a:ext cx="2318160" cy="31922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1B704E0-183C-45BF-8548-D4EB05648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1" y="822230"/>
            <a:ext cx="7602732" cy="86425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D8C9306-9073-45BF-9CAF-044E48F51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396" y="2552700"/>
            <a:ext cx="9977087" cy="362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7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1001">
            <a:extLst>
              <a:ext uri="{FF2B5EF4-FFF2-40B4-BE49-F238E27FC236}">
                <a16:creationId xmlns:a16="http://schemas.microsoft.com/office/drawing/2014/main" id="{DD693F97-5BD6-4FD3-B770-60C7A93D4F0A}"/>
              </a:ext>
            </a:extLst>
          </p:cNvPr>
          <p:cNvGrpSpPr/>
          <p:nvPr/>
        </p:nvGrpSpPr>
        <p:grpSpPr>
          <a:xfrm>
            <a:off x="9952381" y="806203"/>
            <a:ext cx="9357143" cy="8044946"/>
            <a:chOff x="9952381" y="806203"/>
            <a:chExt cx="9357143" cy="8044946"/>
          </a:xfrm>
        </p:grpSpPr>
        <p:pic>
          <p:nvPicPr>
            <p:cNvPr id="7" name="Object 2">
              <a:extLst>
                <a:ext uri="{FF2B5EF4-FFF2-40B4-BE49-F238E27FC236}">
                  <a16:creationId xmlns:a16="http://schemas.microsoft.com/office/drawing/2014/main" id="{5D04C477-B223-4B88-9229-1E52FA5A6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52381" y="806203"/>
              <a:ext cx="9357143" cy="8044946"/>
            </a:xfrm>
            <a:prstGeom prst="rect">
              <a:avLst/>
            </a:prstGeom>
          </p:spPr>
        </p:pic>
      </p:grpSp>
      <p:grpSp>
        <p:nvGrpSpPr>
          <p:cNvPr id="8" name="그룹 1002">
            <a:extLst>
              <a:ext uri="{FF2B5EF4-FFF2-40B4-BE49-F238E27FC236}">
                <a16:creationId xmlns:a16="http://schemas.microsoft.com/office/drawing/2014/main" id="{B52F7587-EFE5-41F2-87AF-F56970FADE40}"/>
              </a:ext>
            </a:extLst>
          </p:cNvPr>
          <p:cNvGrpSpPr/>
          <p:nvPr/>
        </p:nvGrpSpPr>
        <p:grpSpPr>
          <a:xfrm>
            <a:off x="-214286" y="3774286"/>
            <a:ext cx="9357143" cy="2832380"/>
            <a:chOff x="-214286" y="3774286"/>
            <a:chExt cx="9357143" cy="283238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34D2A917-8B96-434E-8C2A-718629F8E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14286" y="3774286"/>
              <a:ext cx="9357143" cy="2832380"/>
            </a:xfrm>
            <a:prstGeom prst="rect">
              <a:avLst/>
            </a:prstGeom>
          </p:spPr>
        </p:pic>
      </p:grpSp>
      <p:grpSp>
        <p:nvGrpSpPr>
          <p:cNvPr id="10" name="그룹 1003">
            <a:extLst>
              <a:ext uri="{FF2B5EF4-FFF2-40B4-BE49-F238E27FC236}">
                <a16:creationId xmlns:a16="http://schemas.microsoft.com/office/drawing/2014/main" id="{A8A87864-3DFE-41D4-B3A8-7F8A452015D6}"/>
              </a:ext>
            </a:extLst>
          </p:cNvPr>
          <p:cNvGrpSpPr/>
          <p:nvPr/>
        </p:nvGrpSpPr>
        <p:grpSpPr>
          <a:xfrm>
            <a:off x="-214286" y="274034"/>
            <a:ext cx="9357143" cy="2832380"/>
            <a:chOff x="-214286" y="274034"/>
            <a:chExt cx="9357143" cy="2832380"/>
          </a:xfrm>
        </p:grpSpPr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F6E81D9A-8A2A-43A1-A248-33FDD8B09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14286" y="274034"/>
              <a:ext cx="9357143" cy="2832380"/>
            </a:xfrm>
            <a:prstGeom prst="rect">
              <a:avLst/>
            </a:prstGeom>
          </p:spPr>
        </p:pic>
      </p:grpSp>
      <p:grpSp>
        <p:nvGrpSpPr>
          <p:cNvPr id="12" name="그룹 1004">
            <a:extLst>
              <a:ext uri="{FF2B5EF4-FFF2-40B4-BE49-F238E27FC236}">
                <a16:creationId xmlns:a16="http://schemas.microsoft.com/office/drawing/2014/main" id="{91F53AEA-4E49-4595-B0F1-82C55BC06BE3}"/>
              </a:ext>
            </a:extLst>
          </p:cNvPr>
          <p:cNvGrpSpPr/>
          <p:nvPr/>
        </p:nvGrpSpPr>
        <p:grpSpPr>
          <a:xfrm>
            <a:off x="-214286" y="7016914"/>
            <a:ext cx="9357143" cy="2832380"/>
            <a:chOff x="-214286" y="7016914"/>
            <a:chExt cx="9357143" cy="2832380"/>
          </a:xfrm>
        </p:grpSpPr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F81950D9-9361-4FC7-9730-8CC246BD1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14286" y="7016914"/>
              <a:ext cx="9357143" cy="2832380"/>
            </a:xfrm>
            <a:prstGeom prst="rect">
              <a:avLst/>
            </a:prstGeom>
          </p:spPr>
        </p:pic>
      </p:grpSp>
      <p:grpSp>
        <p:nvGrpSpPr>
          <p:cNvPr id="14" name="그룹 1005">
            <a:extLst>
              <a:ext uri="{FF2B5EF4-FFF2-40B4-BE49-F238E27FC236}">
                <a16:creationId xmlns:a16="http://schemas.microsoft.com/office/drawing/2014/main" id="{C82DC49F-8FDE-4340-A036-F8D8DB3AA476}"/>
              </a:ext>
            </a:extLst>
          </p:cNvPr>
          <p:cNvGrpSpPr/>
          <p:nvPr/>
        </p:nvGrpSpPr>
        <p:grpSpPr>
          <a:xfrm>
            <a:off x="14405418" y="1163875"/>
            <a:ext cx="2986581" cy="2986581"/>
            <a:chOff x="14405418" y="1163875"/>
            <a:chExt cx="2986581" cy="298658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5E6D0E86-C180-484B-BDC7-E155CA817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05418" y="1163875"/>
              <a:ext cx="2986581" cy="2986581"/>
            </a:xfrm>
            <a:prstGeom prst="rect">
              <a:avLst/>
            </a:prstGeom>
          </p:spPr>
        </p:pic>
      </p:grpSp>
      <p:grpSp>
        <p:nvGrpSpPr>
          <p:cNvPr id="16" name="그룹 1006">
            <a:extLst>
              <a:ext uri="{FF2B5EF4-FFF2-40B4-BE49-F238E27FC236}">
                <a16:creationId xmlns:a16="http://schemas.microsoft.com/office/drawing/2014/main" id="{88D29AF6-6290-45F4-96D9-B48A98E84C66}"/>
              </a:ext>
            </a:extLst>
          </p:cNvPr>
          <p:cNvGrpSpPr/>
          <p:nvPr/>
        </p:nvGrpSpPr>
        <p:grpSpPr>
          <a:xfrm>
            <a:off x="11059840" y="1117232"/>
            <a:ext cx="3079868" cy="3079868"/>
            <a:chOff x="11059840" y="1117232"/>
            <a:chExt cx="3079868" cy="3079868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AD1C2021-CA1D-4532-A57F-B7FEE27C7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59840" y="1117232"/>
              <a:ext cx="3079868" cy="3079868"/>
            </a:xfrm>
            <a:prstGeom prst="rect">
              <a:avLst/>
            </a:prstGeom>
          </p:spPr>
        </p:pic>
      </p:grpSp>
      <p:grpSp>
        <p:nvGrpSpPr>
          <p:cNvPr id="18" name="그룹 1007">
            <a:extLst>
              <a:ext uri="{FF2B5EF4-FFF2-40B4-BE49-F238E27FC236}">
                <a16:creationId xmlns:a16="http://schemas.microsoft.com/office/drawing/2014/main" id="{5F15E353-606D-48CD-BEAE-222D734B70C1}"/>
              </a:ext>
            </a:extLst>
          </p:cNvPr>
          <p:cNvGrpSpPr/>
          <p:nvPr/>
        </p:nvGrpSpPr>
        <p:grpSpPr>
          <a:xfrm>
            <a:off x="11059840" y="4478836"/>
            <a:ext cx="3079868" cy="3079868"/>
            <a:chOff x="11059840" y="4478836"/>
            <a:chExt cx="3079868" cy="3079868"/>
          </a:xfrm>
        </p:grpSpPr>
        <p:pic>
          <p:nvPicPr>
            <p:cNvPr id="19" name="Object 20">
              <a:extLst>
                <a:ext uri="{FF2B5EF4-FFF2-40B4-BE49-F238E27FC236}">
                  <a16:creationId xmlns:a16="http://schemas.microsoft.com/office/drawing/2014/main" id="{884F1653-9131-4F5E-A2E4-9326FFE76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59840" y="4478836"/>
              <a:ext cx="3079868" cy="3079868"/>
            </a:xfrm>
            <a:prstGeom prst="rect">
              <a:avLst/>
            </a:prstGeom>
          </p:spPr>
        </p:pic>
      </p:grpSp>
      <p:grpSp>
        <p:nvGrpSpPr>
          <p:cNvPr id="20" name="그룹 1008">
            <a:extLst>
              <a:ext uri="{FF2B5EF4-FFF2-40B4-BE49-F238E27FC236}">
                <a16:creationId xmlns:a16="http://schemas.microsoft.com/office/drawing/2014/main" id="{72E9EB66-1B4A-40CD-B6AB-33689B361603}"/>
              </a:ext>
            </a:extLst>
          </p:cNvPr>
          <p:cNvGrpSpPr/>
          <p:nvPr/>
        </p:nvGrpSpPr>
        <p:grpSpPr>
          <a:xfrm>
            <a:off x="14405418" y="4478836"/>
            <a:ext cx="2986581" cy="2986581"/>
            <a:chOff x="14405418" y="4478836"/>
            <a:chExt cx="2986581" cy="2986581"/>
          </a:xfrm>
        </p:grpSpPr>
        <p:pic>
          <p:nvPicPr>
            <p:cNvPr id="21" name="Object 23">
              <a:extLst>
                <a:ext uri="{FF2B5EF4-FFF2-40B4-BE49-F238E27FC236}">
                  <a16:creationId xmlns:a16="http://schemas.microsoft.com/office/drawing/2014/main" id="{03C8E7CD-ED2C-44DF-B551-6ED71F4C3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5418" y="4478836"/>
              <a:ext cx="2986581" cy="2986581"/>
            </a:xfrm>
            <a:prstGeom prst="rect">
              <a:avLst/>
            </a:prstGeom>
          </p:spPr>
        </p:pic>
      </p:grpSp>
      <p:pic>
        <p:nvPicPr>
          <p:cNvPr id="23" name="Object 25">
            <a:extLst>
              <a:ext uri="{FF2B5EF4-FFF2-40B4-BE49-F238E27FC236}">
                <a16:creationId xmlns:a16="http://schemas.microsoft.com/office/drawing/2014/main" id="{1087D55C-16E5-45AF-A265-CCC50B20B9D3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748235" y="4776934"/>
            <a:ext cx="7076499" cy="967947"/>
          </a:xfrm>
          <a:prstGeom prst="rect">
            <a:avLst/>
          </a:prstGeom>
        </p:spPr>
      </p:pic>
      <p:grpSp>
        <p:nvGrpSpPr>
          <p:cNvPr id="24" name="그룹 1009">
            <a:extLst>
              <a:ext uri="{FF2B5EF4-FFF2-40B4-BE49-F238E27FC236}">
                <a16:creationId xmlns:a16="http://schemas.microsoft.com/office/drawing/2014/main" id="{855F5B8C-3190-4F6D-B93F-8A4CDD03D047}"/>
              </a:ext>
            </a:extLst>
          </p:cNvPr>
          <p:cNvGrpSpPr/>
          <p:nvPr/>
        </p:nvGrpSpPr>
        <p:grpSpPr>
          <a:xfrm>
            <a:off x="0" y="7016914"/>
            <a:ext cx="1701627" cy="2793478"/>
            <a:chOff x="0" y="7016914"/>
            <a:chExt cx="1701627" cy="2793478"/>
          </a:xfrm>
        </p:grpSpPr>
        <p:pic>
          <p:nvPicPr>
            <p:cNvPr id="25" name="Object 27">
              <a:extLst>
                <a:ext uri="{FF2B5EF4-FFF2-40B4-BE49-F238E27FC236}">
                  <a16:creationId xmlns:a16="http://schemas.microsoft.com/office/drawing/2014/main" id="{C4FA3FFA-799A-49A4-8F24-600F8A07B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7016914"/>
              <a:ext cx="1701627" cy="2793478"/>
            </a:xfrm>
            <a:prstGeom prst="rect">
              <a:avLst/>
            </a:prstGeom>
          </p:spPr>
        </p:pic>
      </p:grpSp>
      <p:grpSp>
        <p:nvGrpSpPr>
          <p:cNvPr id="26" name="그룹 1010">
            <a:extLst>
              <a:ext uri="{FF2B5EF4-FFF2-40B4-BE49-F238E27FC236}">
                <a16:creationId xmlns:a16="http://schemas.microsoft.com/office/drawing/2014/main" id="{43527719-EF6C-4A7C-BE7A-5E8EAE8A0E42}"/>
              </a:ext>
            </a:extLst>
          </p:cNvPr>
          <p:cNvGrpSpPr/>
          <p:nvPr/>
        </p:nvGrpSpPr>
        <p:grpSpPr>
          <a:xfrm>
            <a:off x="1677817" y="1532197"/>
            <a:ext cx="1744763" cy="1574217"/>
            <a:chOff x="1677817" y="1532197"/>
            <a:chExt cx="1744763" cy="1574217"/>
          </a:xfrm>
        </p:grpSpPr>
        <p:pic>
          <p:nvPicPr>
            <p:cNvPr id="27" name="Object 30">
              <a:extLst>
                <a:ext uri="{FF2B5EF4-FFF2-40B4-BE49-F238E27FC236}">
                  <a16:creationId xmlns:a16="http://schemas.microsoft.com/office/drawing/2014/main" id="{3F24407F-0DDD-4946-A8E4-2367FF4A7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77817" y="1532197"/>
              <a:ext cx="1744763" cy="1574217"/>
            </a:xfrm>
            <a:prstGeom prst="rect">
              <a:avLst/>
            </a:prstGeom>
          </p:spPr>
        </p:pic>
      </p:grpSp>
      <p:grpSp>
        <p:nvGrpSpPr>
          <p:cNvPr id="28" name="그룹 1011">
            <a:extLst>
              <a:ext uri="{FF2B5EF4-FFF2-40B4-BE49-F238E27FC236}">
                <a16:creationId xmlns:a16="http://schemas.microsoft.com/office/drawing/2014/main" id="{60EB66A5-73AB-492A-967B-8231E1FFC0F0}"/>
              </a:ext>
            </a:extLst>
          </p:cNvPr>
          <p:cNvGrpSpPr/>
          <p:nvPr/>
        </p:nvGrpSpPr>
        <p:grpSpPr>
          <a:xfrm>
            <a:off x="0" y="3273081"/>
            <a:ext cx="1698054" cy="3262157"/>
            <a:chOff x="0" y="3273081"/>
            <a:chExt cx="1698054" cy="3262157"/>
          </a:xfrm>
        </p:grpSpPr>
        <p:pic>
          <p:nvPicPr>
            <p:cNvPr id="29" name="Object 33">
              <a:extLst>
                <a:ext uri="{FF2B5EF4-FFF2-40B4-BE49-F238E27FC236}">
                  <a16:creationId xmlns:a16="http://schemas.microsoft.com/office/drawing/2014/main" id="{C6C67EDA-746A-4D03-8653-87A04C380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3273081"/>
              <a:ext cx="1698054" cy="3262157"/>
            </a:xfrm>
            <a:prstGeom prst="rect">
              <a:avLst/>
            </a:prstGeom>
          </p:spPr>
        </p:pic>
      </p:grpSp>
      <p:grpSp>
        <p:nvGrpSpPr>
          <p:cNvPr id="30" name="그룹 1012">
            <a:extLst>
              <a:ext uri="{FF2B5EF4-FFF2-40B4-BE49-F238E27FC236}">
                <a16:creationId xmlns:a16="http://schemas.microsoft.com/office/drawing/2014/main" id="{CAD72603-0620-4392-9411-191724AE8D11}"/>
              </a:ext>
            </a:extLst>
          </p:cNvPr>
          <p:cNvGrpSpPr/>
          <p:nvPr/>
        </p:nvGrpSpPr>
        <p:grpSpPr>
          <a:xfrm>
            <a:off x="-316690" y="58972"/>
            <a:ext cx="2335007" cy="2763635"/>
            <a:chOff x="-316690" y="58972"/>
            <a:chExt cx="2335007" cy="2763635"/>
          </a:xfrm>
        </p:grpSpPr>
        <p:pic>
          <p:nvPicPr>
            <p:cNvPr id="31" name="Object 36">
              <a:extLst>
                <a:ext uri="{FF2B5EF4-FFF2-40B4-BE49-F238E27FC236}">
                  <a16:creationId xmlns:a16="http://schemas.microsoft.com/office/drawing/2014/main" id="{59355100-2752-4C87-876A-FE9BFDF0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316690" y="58972"/>
              <a:ext cx="2335007" cy="2763635"/>
            </a:xfrm>
            <a:prstGeom prst="rect">
              <a:avLst/>
            </a:prstGeom>
          </p:spPr>
        </p:pic>
      </p:grpSp>
      <p:pic>
        <p:nvPicPr>
          <p:cNvPr id="32" name="Object 38">
            <a:extLst>
              <a:ext uri="{FF2B5EF4-FFF2-40B4-BE49-F238E27FC236}">
                <a16:creationId xmlns:a16="http://schemas.microsoft.com/office/drawing/2014/main" id="{6595C843-5BA2-4654-9051-9F4D3095E8A2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914355" y="1226411"/>
            <a:ext cx="5437315" cy="999944"/>
          </a:xfrm>
          <a:prstGeom prst="rect">
            <a:avLst/>
          </a:prstGeom>
        </p:spPr>
      </p:pic>
      <p:pic>
        <p:nvPicPr>
          <p:cNvPr id="33" name="Object 39">
            <a:extLst>
              <a:ext uri="{FF2B5EF4-FFF2-40B4-BE49-F238E27FC236}">
                <a16:creationId xmlns:a16="http://schemas.microsoft.com/office/drawing/2014/main" id="{218A017C-2B0A-4F22-B9FE-1C21FFBC610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748232" y="7959118"/>
            <a:ext cx="6245794" cy="1003975"/>
          </a:xfrm>
          <a:prstGeom prst="rect">
            <a:avLst/>
          </a:prstGeom>
        </p:spPr>
      </p:pic>
      <p:pic>
        <p:nvPicPr>
          <p:cNvPr id="34" name="Object 40">
            <a:extLst>
              <a:ext uri="{FF2B5EF4-FFF2-40B4-BE49-F238E27FC236}">
                <a16:creationId xmlns:a16="http://schemas.microsoft.com/office/drawing/2014/main" id="{3257A9A5-910B-453A-B662-44ABDE8830CA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1983601" y="7755479"/>
            <a:ext cx="4478870" cy="9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45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B7242F43-22E5-4433-AD39-32A9E1B6EB2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1712" y="377537"/>
            <a:ext cx="2448832" cy="967947"/>
          </a:xfrm>
          <a:prstGeom prst="rect">
            <a:avLst/>
          </a:prstGeom>
        </p:spPr>
      </p:pic>
      <p:grpSp>
        <p:nvGrpSpPr>
          <p:cNvPr id="5" name="그룹 1001">
            <a:extLst>
              <a:ext uri="{FF2B5EF4-FFF2-40B4-BE49-F238E27FC236}">
                <a16:creationId xmlns:a16="http://schemas.microsoft.com/office/drawing/2014/main" id="{CA57DADC-ACCC-4BD8-A91E-DFEDFD51D17D}"/>
              </a:ext>
            </a:extLst>
          </p:cNvPr>
          <p:cNvGrpSpPr/>
          <p:nvPr/>
        </p:nvGrpSpPr>
        <p:grpSpPr>
          <a:xfrm>
            <a:off x="-357143" y="1461905"/>
            <a:ext cx="18952381" cy="3276190"/>
            <a:chOff x="-357143" y="1461905"/>
            <a:chExt cx="18952381" cy="3276190"/>
          </a:xfrm>
        </p:grpSpPr>
        <p:pic>
          <p:nvPicPr>
            <p:cNvPr id="7" name="Object 3">
              <a:extLst>
                <a:ext uri="{FF2B5EF4-FFF2-40B4-BE49-F238E27FC236}">
                  <a16:creationId xmlns:a16="http://schemas.microsoft.com/office/drawing/2014/main" id="{E2BAA9F5-59BE-4D66-AB1C-423A0D04E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57143" y="1461905"/>
              <a:ext cx="18952381" cy="3276190"/>
            </a:xfrm>
            <a:prstGeom prst="rect">
              <a:avLst/>
            </a:prstGeom>
          </p:spPr>
        </p:pic>
      </p:grpSp>
      <p:grpSp>
        <p:nvGrpSpPr>
          <p:cNvPr id="8" name="그룹 1002">
            <a:extLst>
              <a:ext uri="{FF2B5EF4-FFF2-40B4-BE49-F238E27FC236}">
                <a16:creationId xmlns:a16="http://schemas.microsoft.com/office/drawing/2014/main" id="{0AD3A04B-14A3-4BF9-8B2F-CAEEB1D5D7B5}"/>
              </a:ext>
            </a:extLst>
          </p:cNvPr>
          <p:cNvGrpSpPr/>
          <p:nvPr/>
        </p:nvGrpSpPr>
        <p:grpSpPr>
          <a:xfrm>
            <a:off x="662270" y="827581"/>
            <a:ext cx="3871425" cy="3503885"/>
            <a:chOff x="662270" y="827581"/>
            <a:chExt cx="3871425" cy="3503885"/>
          </a:xfrm>
        </p:grpSpPr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98F85573-B252-4914-A4B2-A13518DA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270" y="827581"/>
              <a:ext cx="3871425" cy="3503885"/>
            </a:xfrm>
            <a:prstGeom prst="rect">
              <a:avLst/>
            </a:prstGeom>
          </p:spPr>
        </p:pic>
      </p:grpSp>
      <p:pic>
        <p:nvPicPr>
          <p:cNvPr id="10" name="Object 8">
            <a:extLst>
              <a:ext uri="{FF2B5EF4-FFF2-40B4-BE49-F238E27FC236}">
                <a16:creationId xmlns:a16="http://schemas.microsoft.com/office/drawing/2014/main" id="{80CDBF23-FAE3-4F25-A50D-917987E0380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5994" y="1560470"/>
            <a:ext cx="7301632" cy="986994"/>
          </a:xfrm>
          <a:prstGeom prst="rect">
            <a:avLst/>
          </a:prstGeom>
        </p:spPr>
      </p:pic>
      <p:pic>
        <p:nvPicPr>
          <p:cNvPr id="11" name="Object 9">
            <a:extLst>
              <a:ext uri="{FF2B5EF4-FFF2-40B4-BE49-F238E27FC236}">
                <a16:creationId xmlns:a16="http://schemas.microsoft.com/office/drawing/2014/main" id="{D7FBC27E-4C44-49F6-B083-807CC2C627A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268720" y="3614825"/>
            <a:ext cx="4324366" cy="967947"/>
          </a:xfrm>
          <a:prstGeom prst="rect">
            <a:avLst/>
          </a:prstGeom>
        </p:spPr>
      </p:pic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0EF16E1C-6C9F-47CA-B4A3-05A7971A2B61}"/>
              </a:ext>
            </a:extLst>
          </p:cNvPr>
          <p:cNvGrpSpPr/>
          <p:nvPr/>
        </p:nvGrpSpPr>
        <p:grpSpPr>
          <a:xfrm>
            <a:off x="14662956" y="2034324"/>
            <a:ext cx="3646568" cy="3403947"/>
            <a:chOff x="14662956" y="2034324"/>
            <a:chExt cx="3646568" cy="3403947"/>
          </a:xfrm>
        </p:grpSpPr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EAAA4A64-BC76-41CB-B9CE-B274275C2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62956" y="2034324"/>
              <a:ext cx="3646568" cy="3403947"/>
            </a:xfrm>
            <a:prstGeom prst="rect">
              <a:avLst/>
            </a:prstGeom>
          </p:spPr>
        </p:pic>
      </p:grpSp>
      <p:grpSp>
        <p:nvGrpSpPr>
          <p:cNvPr id="14" name="그룹 1004">
            <a:extLst>
              <a:ext uri="{FF2B5EF4-FFF2-40B4-BE49-F238E27FC236}">
                <a16:creationId xmlns:a16="http://schemas.microsoft.com/office/drawing/2014/main" id="{3CF00D8C-E120-4AB6-A40D-A058A3463719}"/>
              </a:ext>
            </a:extLst>
          </p:cNvPr>
          <p:cNvGrpSpPr/>
          <p:nvPr/>
        </p:nvGrpSpPr>
        <p:grpSpPr>
          <a:xfrm>
            <a:off x="-333333" y="6179146"/>
            <a:ext cx="18952381" cy="3565139"/>
            <a:chOff x="-333333" y="6179146"/>
            <a:chExt cx="18952381" cy="3565139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C78C8D42-3A1B-4423-88BA-BB2531865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-333333" y="6179146"/>
              <a:ext cx="18952381" cy="3565139"/>
            </a:xfrm>
            <a:prstGeom prst="rect">
              <a:avLst/>
            </a:prstGeom>
          </p:spPr>
        </p:pic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4E5BF1BE-5E73-4E26-B376-0FCEAEA9B849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82299" y="5311046"/>
            <a:ext cx="2697775" cy="967947"/>
          </a:xfrm>
          <a:prstGeom prst="rect">
            <a:avLst/>
          </a:prstGeom>
        </p:spPr>
      </p:pic>
      <p:grpSp>
        <p:nvGrpSpPr>
          <p:cNvPr id="17" name="그룹 1005">
            <a:extLst>
              <a:ext uri="{FF2B5EF4-FFF2-40B4-BE49-F238E27FC236}">
                <a16:creationId xmlns:a16="http://schemas.microsoft.com/office/drawing/2014/main" id="{73C75CA4-6A40-4CD2-A0BF-AD10CD1CCA78}"/>
              </a:ext>
            </a:extLst>
          </p:cNvPr>
          <p:cNvGrpSpPr/>
          <p:nvPr/>
        </p:nvGrpSpPr>
        <p:grpSpPr>
          <a:xfrm>
            <a:off x="-95046" y="5709183"/>
            <a:ext cx="2693029" cy="2706562"/>
            <a:chOff x="-95046" y="5709183"/>
            <a:chExt cx="2693029" cy="2706562"/>
          </a:xfrm>
        </p:grpSpPr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D74CC615-4CC8-453B-B308-4225B9496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-95046" y="5709183"/>
              <a:ext cx="2693029" cy="2706562"/>
            </a:xfrm>
            <a:prstGeom prst="rect">
              <a:avLst/>
            </a:prstGeom>
          </p:spPr>
        </p:pic>
      </p:grpSp>
      <p:pic>
        <p:nvPicPr>
          <p:cNvPr id="19" name="Object 20">
            <a:extLst>
              <a:ext uri="{FF2B5EF4-FFF2-40B4-BE49-F238E27FC236}">
                <a16:creationId xmlns:a16="http://schemas.microsoft.com/office/drawing/2014/main" id="{FD1083DE-97E4-47A6-8A7E-5640D2A4B029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91851" y="7596654"/>
            <a:ext cx="6924975" cy="1708128"/>
          </a:xfrm>
          <a:prstGeom prst="rect">
            <a:avLst/>
          </a:prstGeom>
        </p:spPr>
      </p:pic>
      <p:grpSp>
        <p:nvGrpSpPr>
          <p:cNvPr id="20" name="그룹 1006">
            <a:extLst>
              <a:ext uri="{FF2B5EF4-FFF2-40B4-BE49-F238E27FC236}">
                <a16:creationId xmlns:a16="http://schemas.microsoft.com/office/drawing/2014/main" id="{E6DCA2BC-8361-4B43-93BD-CF6C0CCD6A21}"/>
              </a:ext>
            </a:extLst>
          </p:cNvPr>
          <p:cNvGrpSpPr/>
          <p:nvPr/>
        </p:nvGrpSpPr>
        <p:grpSpPr>
          <a:xfrm>
            <a:off x="13388622" y="5756802"/>
            <a:ext cx="4563859" cy="3158782"/>
            <a:chOff x="13388622" y="5756802"/>
            <a:chExt cx="4563859" cy="3158782"/>
          </a:xfrm>
        </p:grpSpPr>
        <p:pic>
          <p:nvPicPr>
            <p:cNvPr id="21" name="Object 22">
              <a:extLst>
                <a:ext uri="{FF2B5EF4-FFF2-40B4-BE49-F238E27FC236}">
                  <a16:creationId xmlns:a16="http://schemas.microsoft.com/office/drawing/2014/main" id="{089486F8-86B0-4195-9317-1035A8F3D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88622" y="5756802"/>
              <a:ext cx="4563859" cy="3158782"/>
            </a:xfrm>
            <a:prstGeom prst="rect">
              <a:avLst/>
            </a:prstGeom>
          </p:spPr>
        </p:pic>
      </p:grpSp>
      <p:pic>
        <p:nvPicPr>
          <p:cNvPr id="23" name="Object 24">
            <a:extLst>
              <a:ext uri="{FF2B5EF4-FFF2-40B4-BE49-F238E27FC236}">
                <a16:creationId xmlns:a16="http://schemas.microsoft.com/office/drawing/2014/main" id="{50E2903F-F995-49B4-8088-92DF7FB0F473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063251" y="8670977"/>
            <a:ext cx="7074899" cy="100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3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286476" y="-2753908"/>
            <a:ext cx="20193162" cy="15130752"/>
            <a:chOff x="-1286476" y="-2753908"/>
            <a:chExt cx="20193162" cy="15130752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6129614" y="-2387764"/>
              <a:ext cx="2677217" cy="4499041"/>
              <a:chOff x="6129614" y="-2387764"/>
              <a:chExt cx="2677217" cy="449904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 rot="1980000">
                <a:off x="6129614" y="-2387764"/>
                <a:ext cx="2677217" cy="449904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16225757" y="4844661"/>
              <a:ext cx="1749135" cy="4392019"/>
              <a:chOff x="16225757" y="4844661"/>
              <a:chExt cx="1749135" cy="439201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-1680000">
                <a:off x="16225757" y="4844661"/>
                <a:ext cx="1749135" cy="439201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3700866" y="7074509"/>
              <a:ext cx="2359550" cy="3884033"/>
              <a:chOff x="3700866" y="7074509"/>
              <a:chExt cx="2359550" cy="3884033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1200000">
                <a:off x="3700866" y="7074509"/>
                <a:ext cx="2359550" cy="3884033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1855591" y="-1668122"/>
              <a:ext cx="2358310" cy="4681508"/>
              <a:chOff x="11855591" y="-1668122"/>
              <a:chExt cx="2358310" cy="4681508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-2220000">
                <a:off x="11855591" y="-1668122"/>
                <a:ext cx="2358310" cy="4681508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600831" y="2873296"/>
              <a:ext cx="2682585" cy="1361412"/>
              <a:chOff x="1600831" y="2873296"/>
              <a:chExt cx="2682585" cy="1361412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600831" y="2873296"/>
                <a:ext cx="2682585" cy="1361412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1178800" y="7081931"/>
              <a:ext cx="3246384" cy="4799798"/>
              <a:chOff x="11178800" y="7081931"/>
              <a:chExt cx="3246384" cy="4799798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1740000">
                <a:off x="11178800" y="7081931"/>
                <a:ext cx="3246384" cy="4799798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3555936" y="4782645"/>
              <a:ext cx="1483498" cy="1317945"/>
              <a:chOff x="13555936" y="4782645"/>
              <a:chExt cx="1483498" cy="1317945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3555936" y="4782645"/>
                <a:ext cx="1483498" cy="1317945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6773685" y="9016526"/>
              <a:ext cx="2028195" cy="1893827"/>
              <a:chOff x="6773685" y="9016526"/>
              <a:chExt cx="2028195" cy="1893827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773685" y="9016526"/>
                <a:ext cx="2028195" cy="1893827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-713642" y="-541750"/>
              <a:ext cx="2736064" cy="3246905"/>
              <a:chOff x="-713642" y="-541750"/>
              <a:chExt cx="2736064" cy="3246905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 rot="-1080000">
                <a:off x="-713642" y="-541750"/>
                <a:ext cx="2736064" cy="3246905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-1286476" y="5216141"/>
              <a:ext cx="4228599" cy="3143959"/>
              <a:chOff x="-1286476" y="5216141"/>
              <a:chExt cx="4228599" cy="3143959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-1286476" y="5216141"/>
                <a:ext cx="4228599" cy="3143959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5378693" y="1890263"/>
              <a:ext cx="2682585" cy="1361412"/>
              <a:chOff x="15378693" y="1890263"/>
              <a:chExt cx="2682585" cy="1361412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5378693" y="1890263"/>
                <a:ext cx="2682585" cy="1361412"/>
              </a:xfrm>
              <a:prstGeom prst="rect">
                <a:avLst/>
              </a:prstGeom>
            </p:spPr>
          </p:pic>
        </p:grpSp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764058" y="5266668"/>
            <a:ext cx="4963367" cy="679881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8753098" y="2012806"/>
            <a:ext cx="2187302" cy="2187302"/>
            <a:chOff x="8753098" y="2012806"/>
            <a:chExt cx="2187302" cy="2187302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140000">
              <a:off x="8753098" y="2012806"/>
              <a:ext cx="2187302" cy="2187302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C663380-49B8-4422-B93B-15A7BB32DA04}"/>
              </a:ext>
            </a:extLst>
          </p:cNvPr>
          <p:cNvSpPr txBox="1"/>
          <p:nvPr/>
        </p:nvSpPr>
        <p:spPr>
          <a:xfrm>
            <a:off x="5964093" y="4021760"/>
            <a:ext cx="6359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93863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</Words>
  <Application>Microsoft Office PowerPoint</Application>
  <PresentationFormat>사용자 지정</PresentationFormat>
  <Paragraphs>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휴먼둥근헤드라인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user</cp:lastModifiedBy>
  <cp:revision>11</cp:revision>
  <dcterms:created xsi:type="dcterms:W3CDTF">2022-10-14T16:39:24Z</dcterms:created>
  <dcterms:modified xsi:type="dcterms:W3CDTF">2022-11-09T09:38:05Z</dcterms:modified>
</cp:coreProperties>
</file>