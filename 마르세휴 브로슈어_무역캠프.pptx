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7" d="100"/>
          <a:sy n="57" d="100"/>
        </p:scale>
        <p:origin x="-49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8/24/2022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6.png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41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65964" y="4176050"/>
            <a:ext cx="4822029" cy="1116077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15694" y="4883084"/>
            <a:ext cx="6636577" cy="176142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857392" y="1142857"/>
            <a:ext cx="635826" cy="635826"/>
            <a:chOff x="1857392" y="1142857"/>
            <a:chExt cx="635826" cy="635826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7392" y="1142857"/>
              <a:ext cx="635826" cy="635826"/>
            </a:xfrm>
            <a:prstGeom prst="rect">
              <a:avLst/>
            </a:prstGeom>
          </p:spPr>
        </p:pic>
      </p:grpSp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21692" y="1276102"/>
            <a:ext cx="1122412" cy="39353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09642" y="6382852"/>
            <a:ext cx="2884917" cy="55446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5525570" y="-38415"/>
            <a:ext cx="2798560" cy="10466267"/>
            <a:chOff x="15525570" y="-38415"/>
            <a:chExt cx="2798560" cy="10466267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25570" y="-38415"/>
              <a:ext cx="2798560" cy="10466267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1663689" y="0"/>
            <a:ext cx="3476591" cy="10436451"/>
            <a:chOff x="11663689" y="0"/>
            <a:chExt cx="3476591" cy="10436451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63689" y="0"/>
              <a:ext cx="3476591" cy="10436451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-16200000">
            <a:off x="15100345" y="4250836"/>
            <a:ext cx="3635415" cy="5224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51429" y="4030476"/>
            <a:ext cx="10609524" cy="4574969"/>
            <a:chOff x="-51429" y="4030476"/>
            <a:chExt cx="10609524" cy="457496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51429" y="4030476"/>
              <a:ext cx="10609524" cy="4574969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25132" y="1073362"/>
            <a:ext cx="13002770" cy="119411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94820" y="4860400"/>
            <a:ext cx="546929" cy="280097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82454" y="4860400"/>
            <a:ext cx="2164329" cy="2791453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0858103" y="4037465"/>
            <a:ext cx="7427611" cy="4567981"/>
            <a:chOff x="10858103" y="4037465"/>
            <a:chExt cx="7427611" cy="4567981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58103" y="4037465"/>
              <a:ext cx="7427611" cy="4567981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858103" y="4030476"/>
            <a:ext cx="7427611" cy="4574969"/>
            <a:chOff x="10858103" y="4030476"/>
            <a:chExt cx="7427611" cy="457496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58103" y="4030476"/>
              <a:ext cx="7427611" cy="45749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64044" y="2040654"/>
            <a:ext cx="2209689" cy="775299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25129" y="1073357"/>
            <a:ext cx="8029561" cy="135601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18296" y="7121920"/>
            <a:ext cx="10772644" cy="194594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434823" y="3352505"/>
            <a:ext cx="9288827" cy="2680956"/>
            <a:chOff x="1434823" y="3352505"/>
            <a:chExt cx="9288827" cy="2680956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4823" y="3352505"/>
              <a:ext cx="9288827" cy="268095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068187" y="-38415"/>
            <a:ext cx="6255943" cy="10466267"/>
            <a:chOff x="12068187" y="-38415"/>
            <a:chExt cx="6255943" cy="10466267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68187" y="-38415"/>
              <a:ext cx="6255943" cy="10466267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478160" y="1154293"/>
            <a:ext cx="5515381" cy="1712238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986642" y="8106918"/>
            <a:ext cx="2257109" cy="545947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3027355" y="7189309"/>
            <a:ext cx="635826" cy="635826"/>
            <a:chOff x="13027355" y="7189309"/>
            <a:chExt cx="635826" cy="635826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027355" y="7189309"/>
              <a:ext cx="635826" cy="63582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86315" y="-97878"/>
            <a:ext cx="5632813" cy="10646819"/>
            <a:chOff x="-186315" y="-97878"/>
            <a:chExt cx="5632813" cy="1064681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86315" y="-97878"/>
              <a:ext cx="5632813" cy="10646819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9690" y="-109690"/>
            <a:ext cx="5747314" cy="1353694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13166" y="1622502"/>
            <a:ext cx="1569206" cy="462853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30687" y="6050744"/>
            <a:ext cx="2752654" cy="37754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4829932" y="1222756"/>
            <a:ext cx="1233133" cy="1233133"/>
            <a:chOff x="4829932" y="1222756"/>
            <a:chExt cx="1233133" cy="1233133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29932" y="1222756"/>
              <a:ext cx="1233133" cy="1233133"/>
            </a:xfrm>
            <a:prstGeom prst="rect">
              <a:avLst/>
            </a:prstGeom>
          </p:spPr>
        </p:pic>
      </p:grpSp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113166" y="3720017"/>
            <a:ext cx="1342825" cy="509825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4829932" y="3359011"/>
            <a:ext cx="1233133" cy="1233133"/>
            <a:chOff x="4829932" y="3359011"/>
            <a:chExt cx="1233133" cy="1233133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29932" y="3359011"/>
              <a:ext cx="1233133" cy="1233133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829932" y="7884296"/>
            <a:ext cx="1233133" cy="1233133"/>
            <a:chOff x="4829932" y="7884296"/>
            <a:chExt cx="1233133" cy="1233133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29932" y="7884296"/>
              <a:ext cx="1233133" cy="1233133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185232" y="1611837"/>
            <a:ext cx="859375" cy="432260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273428" y="8271352"/>
            <a:ext cx="807156" cy="432260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024971" y="5668209"/>
            <a:ext cx="2211225" cy="437453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030685" y="6373949"/>
            <a:ext cx="3164825" cy="393425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030687" y="6677782"/>
            <a:ext cx="3164825" cy="393425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4829932" y="5585689"/>
            <a:ext cx="1233133" cy="1233133"/>
            <a:chOff x="4829932" y="5585689"/>
            <a:chExt cx="1233133" cy="1233133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29932" y="5585689"/>
              <a:ext cx="1233133" cy="1233133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5270581" y="3746064"/>
            <a:ext cx="807156" cy="432260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273428" y="5972742"/>
            <a:ext cx="807156" cy="432260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126140" y="8315476"/>
            <a:ext cx="3137511" cy="393425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5901211" y="0"/>
            <a:ext cx="2384504" cy="10646819"/>
            <a:chOff x="15901211" y="0"/>
            <a:chExt cx="2384504" cy="10646819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901211" y="0"/>
              <a:ext cx="2384504" cy="10646819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 rot="5400000">
            <a:off x="13623473" y="3175175"/>
            <a:ext cx="7064328" cy="16462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7678" y="2054287"/>
            <a:ext cx="5888813" cy="70007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25129" y="1073357"/>
            <a:ext cx="5220704" cy="1349075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00534" y="5108572"/>
            <a:ext cx="5654139" cy="4496463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981933" y="9450913"/>
            <a:ext cx="2848507" cy="39353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8315809" y="4820389"/>
            <a:ext cx="3880381" cy="5465326"/>
            <a:chOff x="8315809" y="4820389"/>
            <a:chExt cx="3880381" cy="5465326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15809" y="4820389"/>
              <a:ext cx="3880381" cy="5465326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12882922" y="4820389"/>
            <a:ext cx="3880381" cy="5465326"/>
            <a:chOff x="12882922" y="4820389"/>
            <a:chExt cx="3880381" cy="5465326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82922" y="4820389"/>
              <a:ext cx="3880381" cy="5465326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270096" y="3452486"/>
            <a:ext cx="2009900" cy="498272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0281543" y="899096"/>
            <a:ext cx="57866" cy="3847619"/>
            <a:chOff x="10281543" y="899096"/>
            <a:chExt cx="57866" cy="3847619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16200000">
              <a:off x="10281543" y="899096"/>
              <a:ext cx="57866" cy="3847619"/>
            </a:xfrm>
            <a:prstGeom prst="rect">
              <a:avLst/>
            </a:prstGeom>
          </p:spPr>
        </p:pic>
      </p:grpSp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981641" y="3452486"/>
            <a:ext cx="1602367" cy="564938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4810561" y="899096"/>
            <a:ext cx="57866" cy="3847619"/>
            <a:chOff x="14810561" y="899096"/>
            <a:chExt cx="57866" cy="384761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 rot="-16200000">
              <a:off x="14810561" y="899096"/>
              <a:ext cx="57866" cy="384761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425397" y="-7748"/>
            <a:ext cx="21711111" cy="7324068"/>
            <a:chOff x="-3425397" y="-7748"/>
            <a:chExt cx="21711111" cy="732406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425397" y="-7748"/>
              <a:ext cx="21711111" cy="732406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09484" y="7253333"/>
            <a:ext cx="18593037" cy="3174518"/>
            <a:chOff x="-109484" y="7253333"/>
            <a:chExt cx="18593037" cy="317451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09484" y="7253333"/>
              <a:ext cx="18593037" cy="3174518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03298" y="3616838"/>
            <a:ext cx="3025088" cy="1309173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2090073" y="7253333"/>
            <a:ext cx="14144350" cy="3032381"/>
            <a:chOff x="2090073" y="7253333"/>
            <a:chExt cx="14144350" cy="3032381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90073" y="7253333"/>
              <a:ext cx="14144350" cy="3032381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954647" y="-94599"/>
            <a:ext cx="5565671" cy="1012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38095" y="19370"/>
            <a:ext cx="9103471" cy="10266344"/>
            <a:chOff x="-38095" y="19370"/>
            <a:chExt cx="9103471" cy="1026634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8095" y="19370"/>
              <a:ext cx="9103471" cy="10266344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2492" y="841204"/>
            <a:ext cx="3173853" cy="53320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3987974" y="5073527"/>
            <a:ext cx="10169492" cy="14689"/>
            <a:chOff x="3987974" y="5073527"/>
            <a:chExt cx="10169492" cy="14689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5400000">
              <a:off x="3987974" y="5073527"/>
              <a:ext cx="10169492" cy="1468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9065375" y="5142857"/>
            <a:ext cx="9181598" cy="9564"/>
            <a:chOff x="9065375" y="5142857"/>
            <a:chExt cx="9181598" cy="9564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65375" y="5142857"/>
              <a:ext cx="9181598" cy="9564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292980" y="788158"/>
            <a:ext cx="3408204" cy="619033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311498" y="323840"/>
            <a:ext cx="2946691" cy="476349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009095" y="1950600"/>
            <a:ext cx="3250249" cy="2566582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5161606" y="1702320"/>
            <a:ext cx="1724629" cy="1724629"/>
            <a:chOff x="15161606" y="1702320"/>
            <a:chExt cx="1724629" cy="1724629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61606" y="1702320"/>
              <a:ext cx="1724629" cy="1724629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311455" y="5545833"/>
            <a:ext cx="2428225" cy="481901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292980" y="6039979"/>
            <a:ext cx="4066947" cy="716051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941906" y="7754717"/>
            <a:ext cx="3846682" cy="754263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824762" y="9293153"/>
            <a:ext cx="2564102" cy="302845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15215825" y="7062078"/>
            <a:ext cx="1670409" cy="1670409"/>
            <a:chOff x="15215825" y="7062078"/>
            <a:chExt cx="1670409" cy="1670409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215825" y="7062078"/>
              <a:ext cx="1670409" cy="1670409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9065375" y="5088087"/>
            <a:ext cx="9220339" cy="54771"/>
            <a:chOff x="9065375" y="5088087"/>
            <a:chExt cx="9220339" cy="54771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65375" y="5088087"/>
              <a:ext cx="9220339" cy="5477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987974" y="5073527"/>
            <a:ext cx="10169492" cy="14689"/>
            <a:chOff x="3987974" y="5073527"/>
            <a:chExt cx="10169492" cy="1468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5400000">
              <a:off x="3987974" y="5073527"/>
              <a:ext cx="10169492" cy="14689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59462" y="1020606"/>
            <a:ext cx="2994166" cy="61903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240943" y="536730"/>
            <a:ext cx="2529996" cy="476349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1381" y="2891931"/>
            <a:ext cx="4455940" cy="968864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39381" y="5917725"/>
            <a:ext cx="2710225" cy="476882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259462" y="6470118"/>
            <a:ext cx="3740423" cy="70856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390237" y="8427663"/>
            <a:ext cx="3317416" cy="97140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9223003" y="0"/>
            <a:ext cx="9062711" cy="10266344"/>
            <a:chOff x="9223003" y="0"/>
            <a:chExt cx="9062711" cy="10266344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3003" y="0"/>
              <a:ext cx="9062711" cy="1026634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0" y="5245714"/>
            <a:ext cx="9044068" cy="54771"/>
            <a:chOff x="0" y="5245714"/>
            <a:chExt cx="9044068" cy="5477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5245714"/>
              <a:ext cx="9044068" cy="54771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6069501" y="1625677"/>
            <a:ext cx="1770322" cy="1770322"/>
            <a:chOff x="6069501" y="1625677"/>
            <a:chExt cx="1770322" cy="1770322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69501" y="1625677"/>
              <a:ext cx="1770322" cy="1770322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933796" y="6791539"/>
            <a:ext cx="2041732" cy="2041732"/>
            <a:chOff x="5933796" y="6791539"/>
            <a:chExt cx="2041732" cy="2041732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3796" y="6791539"/>
              <a:ext cx="2041732" cy="204173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29005" y="679415"/>
            <a:ext cx="4123176" cy="61435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8345" y="1150839"/>
            <a:ext cx="8525323" cy="1194113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51862" y="3069924"/>
            <a:ext cx="3656054" cy="818806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981933" y="9450913"/>
            <a:ext cx="2848507" cy="39353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82325" y="5390563"/>
            <a:ext cx="1832148" cy="502081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126679" y="-4600584"/>
            <a:ext cx="57989" cy="18255812"/>
            <a:chOff x="9126679" y="-4600584"/>
            <a:chExt cx="57989" cy="1825581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16200000">
              <a:off x="9126679" y="-4600584"/>
              <a:ext cx="57989" cy="18255812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296995" y="5409611"/>
            <a:ext cx="1628053" cy="570653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701794" y="5390563"/>
            <a:ext cx="2488424" cy="502081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1302179" y="5390563"/>
            <a:ext cx="2470234" cy="570653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4763901" y="5390563"/>
            <a:ext cx="2845510" cy="502081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87768" y="7459382"/>
            <a:ext cx="2719473" cy="737987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523867" y="7459382"/>
            <a:ext cx="3033597" cy="737987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264572" y="7275259"/>
            <a:ext cx="3198664" cy="1096549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0950191" y="7402239"/>
            <a:ext cx="3416921" cy="737987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4779144" y="7459382"/>
            <a:ext cx="3110883" cy="7379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4000000"/>
            <a:ext cx="18285714" cy="6285714"/>
            <a:chOff x="0" y="4000000"/>
            <a:chExt cx="18285714" cy="6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000000"/>
              <a:ext cx="18285714" cy="6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0" y="-247619"/>
            <a:ext cx="18285714" cy="4247619"/>
            <a:chOff x="0" y="-247619"/>
            <a:chExt cx="18285714" cy="4247619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247619"/>
              <a:ext cx="18285714" cy="4247619"/>
            </a:xfrm>
            <a:prstGeom prst="rect">
              <a:avLst/>
            </a:prstGeom>
          </p:spPr>
        </p:pic>
      </p:grpSp>
      <p:pic>
        <p:nvPicPr>
          <p:cNvPr id="8" name="Object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694320" y="108126"/>
            <a:ext cx="6543214" cy="1376795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177145" y="1327413"/>
            <a:ext cx="5970801" cy="939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86315" y="-97878"/>
            <a:ext cx="11851140" cy="10646819"/>
            <a:chOff x="-186315" y="-97878"/>
            <a:chExt cx="11851140" cy="10646819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86315" y="-97878"/>
              <a:ext cx="11851140" cy="10646819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57385" y="5374975"/>
            <a:ext cx="1155080" cy="451795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31243" y="4345967"/>
            <a:ext cx="5934170" cy="1356018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521715" y="2915801"/>
            <a:ext cx="1675577" cy="40888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517943" y="2413985"/>
            <a:ext cx="1750139" cy="560815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527466" y="3323904"/>
            <a:ext cx="3324692" cy="43335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1029051" y="2492749"/>
            <a:ext cx="1233133" cy="1233133"/>
            <a:chOff x="11029051" y="2492749"/>
            <a:chExt cx="1233133" cy="1233133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29051" y="2492749"/>
              <a:ext cx="1233133" cy="1233133"/>
            </a:xfrm>
            <a:prstGeom prst="rect">
              <a:avLst/>
            </a:prstGeom>
          </p:spPr>
        </p:pic>
      </p:grpSp>
      <p:pic>
        <p:nvPicPr>
          <p:cNvPr id="13" name="Object 1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2491465" y="5214001"/>
            <a:ext cx="3541310" cy="462853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456901" y="4712185"/>
            <a:ext cx="1226777" cy="560815"/>
          </a:xfrm>
          <a:prstGeom prst="rect">
            <a:avLst/>
          </a:prstGeom>
        </p:spPr>
      </p:pic>
      <p:grpSp>
        <p:nvGrpSpPr>
          <p:cNvPr id="1003" name="그룹 1003"/>
          <p:cNvGrpSpPr/>
          <p:nvPr/>
        </p:nvGrpSpPr>
        <p:grpSpPr>
          <a:xfrm>
            <a:off x="10968010" y="4552854"/>
            <a:ext cx="1233133" cy="1233133"/>
            <a:chOff x="10968010" y="4552854"/>
            <a:chExt cx="1233133" cy="1233133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68010" y="4552854"/>
              <a:ext cx="1233133" cy="1233133"/>
            </a:xfrm>
            <a:prstGeom prst="rect">
              <a:avLst/>
            </a:prstGeom>
          </p:spPr>
        </p:pic>
      </p:grpSp>
      <p:pic>
        <p:nvPicPr>
          <p:cNvPr id="18" name="Object 17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2521715" y="7225020"/>
            <a:ext cx="3970139" cy="1700272"/>
          </a:xfrm>
          <a:prstGeom prst="rect">
            <a:avLst/>
          </a:prstGeom>
        </p:spPr>
      </p:pic>
      <p:pic>
        <p:nvPicPr>
          <p:cNvPr id="19" name="Object 1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2517943" y="6723199"/>
            <a:ext cx="694739" cy="448815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1029051" y="6563867"/>
            <a:ext cx="1233133" cy="1233133"/>
            <a:chOff x="11029051" y="6563867"/>
            <a:chExt cx="1233133" cy="1233133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029051" y="6563867"/>
              <a:ext cx="1233133" cy="1233133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1366526" y="4858348"/>
            <a:ext cx="461004" cy="628071"/>
            <a:chOff x="11366526" y="4858348"/>
            <a:chExt cx="461004" cy="62807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66526" y="4858348"/>
              <a:ext cx="461004" cy="62807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1354141" y="2867461"/>
            <a:ext cx="582953" cy="483710"/>
            <a:chOff x="11354141" y="2867461"/>
            <a:chExt cx="582953" cy="483710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354141" y="2867461"/>
              <a:ext cx="582953" cy="483710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1385354" y="6932239"/>
            <a:ext cx="520528" cy="520528"/>
            <a:chOff x="11385354" y="6932239"/>
            <a:chExt cx="520528" cy="520528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385354" y="6932239"/>
              <a:ext cx="520528" cy="52052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사용자 지정</PresentationFormat>
  <Paragraphs>0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dlrhkdtjs@outlook.kr</cp:lastModifiedBy>
  <cp:revision>2</cp:revision>
  <dcterms:created xsi:type="dcterms:W3CDTF">2022-08-24T17:02:07Z</dcterms:created>
  <dcterms:modified xsi:type="dcterms:W3CDTF">2022-08-24T08:05:23Z</dcterms:modified>
</cp:coreProperties>
</file>